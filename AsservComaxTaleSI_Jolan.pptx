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74" r:id="rId7"/>
    <p:sldId id="275" r:id="rId8"/>
    <p:sldId id="276" r:id="rId9"/>
    <p:sldId id="277" r:id="rId10"/>
    <p:sldId id="278" r:id="rId11"/>
    <p:sldId id="279" r:id="rId12"/>
    <p:sldId id="264" r:id="rId13"/>
    <p:sldId id="261" r:id="rId14"/>
    <p:sldId id="265" r:id="rId15"/>
    <p:sldId id="267" r:id="rId16"/>
    <p:sldId id="266" r:id="rId17"/>
    <p:sldId id="268" r:id="rId18"/>
    <p:sldId id="270" r:id="rId19"/>
    <p:sldId id="269" r:id="rId20"/>
    <p:sldId id="271" r:id="rId21"/>
    <p:sldId id="272" r:id="rId22"/>
    <p:sldId id="273" r:id="rId23"/>
    <p:sldId id="280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2C18C7-0A2E-4DB8-AD33-1CE87470733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99A791A-827D-4A5F-B0A3-8892BF3FC60F}">
      <dgm:prSet phldrT="[Texte]" phldr="0"/>
      <dgm:spPr/>
      <dgm:t>
        <a:bodyPr/>
        <a:lstStyle/>
        <a:p>
          <a:r>
            <a:rPr lang="fr-FR" dirty="0"/>
            <a:t>Séance 1</a:t>
          </a:r>
        </a:p>
      </dgm:t>
    </dgm:pt>
    <dgm:pt modelId="{631A6993-AC7D-4F0C-942F-EE216CAD9BA3}" type="parTrans" cxnId="{28ED7ADC-4ED5-497C-ACC2-3C81778B1EB7}">
      <dgm:prSet/>
      <dgm:spPr/>
      <dgm:t>
        <a:bodyPr/>
        <a:lstStyle/>
        <a:p>
          <a:endParaRPr lang="fr-FR"/>
        </a:p>
      </dgm:t>
    </dgm:pt>
    <dgm:pt modelId="{EA7263C3-866E-4141-B2D9-44A5403A8135}" type="sibTrans" cxnId="{28ED7ADC-4ED5-497C-ACC2-3C81778B1EB7}">
      <dgm:prSet/>
      <dgm:spPr/>
      <dgm:t>
        <a:bodyPr/>
        <a:lstStyle/>
        <a:p>
          <a:endParaRPr lang="fr-FR"/>
        </a:p>
      </dgm:t>
    </dgm:pt>
    <dgm:pt modelId="{3AEB2310-5CF9-4C01-9247-F5896B63E4CE}">
      <dgm:prSet phldrT="[Texte]" phldr="0"/>
      <dgm:spPr/>
      <dgm:t>
        <a:bodyPr/>
        <a:lstStyle/>
        <a:p>
          <a:r>
            <a:rPr lang="fr-FR" dirty="0"/>
            <a:t>4h de Cours/TP en demi-groupe ;</a:t>
          </a:r>
        </a:p>
      </dgm:t>
    </dgm:pt>
    <dgm:pt modelId="{298177CF-B2B8-4F5B-889F-BF48FBC3A77C}" type="parTrans" cxnId="{B293FD90-ADFE-43FF-A378-EDEA5117FB0B}">
      <dgm:prSet/>
      <dgm:spPr/>
      <dgm:t>
        <a:bodyPr/>
        <a:lstStyle/>
        <a:p>
          <a:endParaRPr lang="fr-FR"/>
        </a:p>
      </dgm:t>
    </dgm:pt>
    <dgm:pt modelId="{DB6FFC30-DDCA-4BE6-89CC-90E7E4513A92}" type="sibTrans" cxnId="{B293FD90-ADFE-43FF-A378-EDEA5117FB0B}">
      <dgm:prSet/>
      <dgm:spPr/>
      <dgm:t>
        <a:bodyPr/>
        <a:lstStyle/>
        <a:p>
          <a:endParaRPr lang="fr-FR"/>
        </a:p>
      </dgm:t>
    </dgm:pt>
    <dgm:pt modelId="{8748B15E-8FC2-463D-8A25-E2143E4FE489}">
      <dgm:prSet phldrT="[Texte]" phldr="0"/>
      <dgm:spPr/>
      <dgm:t>
        <a:bodyPr/>
        <a:lstStyle/>
        <a:p>
          <a:r>
            <a:rPr lang="fr-FR" dirty="0"/>
            <a:t>TP Matlab sur un asservissement en température, mise en contexte de l’importance de l’asservissement.</a:t>
          </a:r>
        </a:p>
      </dgm:t>
    </dgm:pt>
    <dgm:pt modelId="{C28AB027-B06C-41C0-8419-87A8F4232EB1}" type="parTrans" cxnId="{C036C095-9350-4FE5-A7B8-47CA7175B6F6}">
      <dgm:prSet/>
      <dgm:spPr/>
      <dgm:t>
        <a:bodyPr/>
        <a:lstStyle/>
        <a:p>
          <a:endParaRPr lang="fr-FR"/>
        </a:p>
      </dgm:t>
    </dgm:pt>
    <dgm:pt modelId="{AFEC3BFE-198E-46A6-BFDE-55D0B5407BC4}" type="sibTrans" cxnId="{C036C095-9350-4FE5-A7B8-47CA7175B6F6}">
      <dgm:prSet/>
      <dgm:spPr/>
      <dgm:t>
        <a:bodyPr/>
        <a:lstStyle/>
        <a:p>
          <a:endParaRPr lang="fr-FR"/>
        </a:p>
      </dgm:t>
    </dgm:pt>
    <dgm:pt modelId="{1C7FC0E9-4F4C-4221-8C57-69F05E356682}">
      <dgm:prSet phldrT="[Texte]" phldr="0"/>
      <dgm:spPr/>
      <dgm:t>
        <a:bodyPr/>
        <a:lstStyle/>
        <a:p>
          <a:r>
            <a:rPr lang="fr-FR" dirty="0"/>
            <a:t>Séance 2</a:t>
          </a:r>
        </a:p>
      </dgm:t>
    </dgm:pt>
    <dgm:pt modelId="{1FE8A87D-BBCB-470B-9CCA-4522342390CE}" type="parTrans" cxnId="{4C0ADBDD-6B17-49D2-A845-FE793148636E}">
      <dgm:prSet/>
      <dgm:spPr/>
      <dgm:t>
        <a:bodyPr/>
        <a:lstStyle/>
        <a:p>
          <a:endParaRPr lang="fr-FR"/>
        </a:p>
      </dgm:t>
    </dgm:pt>
    <dgm:pt modelId="{5FCE5339-32A5-427F-8084-1556A5516ACD}" type="sibTrans" cxnId="{4C0ADBDD-6B17-49D2-A845-FE793148636E}">
      <dgm:prSet/>
      <dgm:spPr/>
      <dgm:t>
        <a:bodyPr/>
        <a:lstStyle/>
        <a:p>
          <a:endParaRPr lang="fr-FR"/>
        </a:p>
      </dgm:t>
    </dgm:pt>
    <dgm:pt modelId="{5111A7F9-53B4-42C7-85D6-2D92F9BE2E1F}">
      <dgm:prSet phldrT="[Texte]" phldr="0"/>
      <dgm:spPr/>
      <dgm:t>
        <a:bodyPr/>
        <a:lstStyle/>
        <a:p>
          <a:r>
            <a:rPr lang="fr-FR" dirty="0"/>
            <a:t>2h de cours / TD en classe entière ;</a:t>
          </a:r>
        </a:p>
      </dgm:t>
    </dgm:pt>
    <dgm:pt modelId="{BF49FD7C-8FA8-4747-A41A-10886A735E44}" type="parTrans" cxnId="{61BE4F50-DED2-43F9-8F12-376BD8F1CC81}">
      <dgm:prSet/>
      <dgm:spPr/>
      <dgm:t>
        <a:bodyPr/>
        <a:lstStyle/>
        <a:p>
          <a:endParaRPr lang="fr-FR"/>
        </a:p>
      </dgm:t>
    </dgm:pt>
    <dgm:pt modelId="{A0A3B941-1965-427C-AD3D-BB5198321DB3}" type="sibTrans" cxnId="{61BE4F50-DED2-43F9-8F12-376BD8F1CC81}">
      <dgm:prSet/>
      <dgm:spPr/>
      <dgm:t>
        <a:bodyPr/>
        <a:lstStyle/>
        <a:p>
          <a:endParaRPr lang="fr-FR"/>
        </a:p>
      </dgm:t>
    </dgm:pt>
    <dgm:pt modelId="{96F14E54-0B5B-454F-A182-9C6FB60D4BDA}">
      <dgm:prSet phldrT="[Texte]" phldr="0"/>
      <dgm:spPr/>
      <dgm:t>
        <a:bodyPr/>
        <a:lstStyle/>
        <a:p>
          <a:r>
            <a:rPr lang="fr-FR" dirty="0"/>
            <a:t>1</a:t>
          </a:r>
          <a:r>
            <a:rPr lang="fr-FR" baseline="30000" dirty="0"/>
            <a:t>er</a:t>
          </a:r>
          <a:r>
            <a:rPr lang="fr-FR" dirty="0"/>
            <a:t> ordre : dépassement ; t95% ; mise en équation, ... ;</a:t>
          </a:r>
        </a:p>
      </dgm:t>
    </dgm:pt>
    <dgm:pt modelId="{F20E0AFF-7503-4408-A5CD-82273BC45B7D}" type="parTrans" cxnId="{CD0CE92E-1C1D-47D6-BF7E-32A3FB3A3BC8}">
      <dgm:prSet/>
      <dgm:spPr/>
      <dgm:t>
        <a:bodyPr/>
        <a:lstStyle/>
        <a:p>
          <a:endParaRPr lang="fr-FR"/>
        </a:p>
      </dgm:t>
    </dgm:pt>
    <dgm:pt modelId="{EED2E5DB-33F9-42CF-9E04-248C7774579A}" type="sibTrans" cxnId="{CD0CE92E-1C1D-47D6-BF7E-32A3FB3A3BC8}">
      <dgm:prSet/>
      <dgm:spPr/>
      <dgm:t>
        <a:bodyPr/>
        <a:lstStyle/>
        <a:p>
          <a:endParaRPr lang="fr-FR"/>
        </a:p>
      </dgm:t>
    </dgm:pt>
    <dgm:pt modelId="{2E2D8ECF-7F56-42E1-89DD-3E7F5F86D20E}">
      <dgm:prSet phldrT="[Texte]" phldr="0"/>
      <dgm:spPr/>
      <dgm:t>
        <a:bodyPr/>
        <a:lstStyle/>
        <a:p>
          <a:r>
            <a:rPr lang="fr-FR" dirty="0"/>
            <a:t>Trace écrite.</a:t>
          </a:r>
        </a:p>
      </dgm:t>
    </dgm:pt>
    <dgm:pt modelId="{7A95FBE1-4552-4A16-84A4-0DA4266236E3}" type="parTrans" cxnId="{5AD0BE36-0D73-4188-81F7-A01E2719D7A9}">
      <dgm:prSet/>
      <dgm:spPr/>
      <dgm:t>
        <a:bodyPr/>
        <a:lstStyle/>
        <a:p>
          <a:endParaRPr lang="fr-FR"/>
        </a:p>
      </dgm:t>
    </dgm:pt>
    <dgm:pt modelId="{855859C8-E233-4813-BC9B-820BF876E6D1}" type="sibTrans" cxnId="{5AD0BE36-0D73-4188-81F7-A01E2719D7A9}">
      <dgm:prSet/>
      <dgm:spPr/>
      <dgm:t>
        <a:bodyPr/>
        <a:lstStyle/>
        <a:p>
          <a:endParaRPr lang="fr-FR"/>
        </a:p>
      </dgm:t>
    </dgm:pt>
    <dgm:pt modelId="{7978E696-5786-4587-A166-98BCB3060BE6}" type="pres">
      <dgm:prSet presAssocID="{4E2C18C7-0A2E-4DB8-AD33-1CE87470733E}" presName="linearFlow" presStyleCnt="0">
        <dgm:presLayoutVars>
          <dgm:dir/>
          <dgm:animLvl val="lvl"/>
          <dgm:resizeHandles val="exact"/>
        </dgm:presLayoutVars>
      </dgm:prSet>
      <dgm:spPr/>
    </dgm:pt>
    <dgm:pt modelId="{20C70A57-322F-4088-901D-AB6E4BE8ECAC}" type="pres">
      <dgm:prSet presAssocID="{399A791A-827D-4A5F-B0A3-8892BF3FC60F}" presName="composite" presStyleCnt="0"/>
      <dgm:spPr/>
    </dgm:pt>
    <dgm:pt modelId="{238A18F1-C312-489B-AB10-E09EE3F3EB52}" type="pres">
      <dgm:prSet presAssocID="{399A791A-827D-4A5F-B0A3-8892BF3FC60F}" presName="parentText" presStyleLbl="alignNode1" presStyleIdx="0" presStyleCnt="2" custLinFactNeighborX="676" custLinFactNeighborY="114">
        <dgm:presLayoutVars>
          <dgm:chMax val="1"/>
          <dgm:bulletEnabled val="1"/>
        </dgm:presLayoutVars>
      </dgm:prSet>
      <dgm:spPr/>
    </dgm:pt>
    <dgm:pt modelId="{7E01F5E3-52A2-4B5A-9693-0B9F3C411466}" type="pres">
      <dgm:prSet presAssocID="{399A791A-827D-4A5F-B0A3-8892BF3FC60F}" presName="descendantText" presStyleLbl="alignAcc1" presStyleIdx="0" presStyleCnt="2" custLinFactNeighborX="-135" custLinFactNeighborY="728">
        <dgm:presLayoutVars>
          <dgm:bulletEnabled val="1"/>
        </dgm:presLayoutVars>
      </dgm:prSet>
      <dgm:spPr/>
    </dgm:pt>
    <dgm:pt modelId="{D85E40C3-D329-469C-A312-B124769A3E1C}" type="pres">
      <dgm:prSet presAssocID="{EA7263C3-866E-4141-B2D9-44A5403A8135}" presName="sp" presStyleCnt="0"/>
      <dgm:spPr/>
    </dgm:pt>
    <dgm:pt modelId="{01765451-4D0A-4B3E-995F-6D098A4EC7C8}" type="pres">
      <dgm:prSet presAssocID="{1C7FC0E9-4F4C-4221-8C57-69F05E356682}" presName="composite" presStyleCnt="0"/>
      <dgm:spPr/>
    </dgm:pt>
    <dgm:pt modelId="{2D68B7E5-4E77-48D3-A9AA-AC927E106F52}" type="pres">
      <dgm:prSet presAssocID="{1C7FC0E9-4F4C-4221-8C57-69F05E356682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7BF25A70-6831-4C76-9C74-1758909D4FA9}" type="pres">
      <dgm:prSet presAssocID="{1C7FC0E9-4F4C-4221-8C57-69F05E356682}" presName="descendantText" presStyleLbl="alignAcc1" presStyleIdx="1" presStyleCnt="2" custLinFactNeighborX="-149" custLinFactNeighborY="494">
        <dgm:presLayoutVars>
          <dgm:bulletEnabled val="1"/>
        </dgm:presLayoutVars>
      </dgm:prSet>
      <dgm:spPr/>
    </dgm:pt>
  </dgm:ptLst>
  <dgm:cxnLst>
    <dgm:cxn modelId="{095B9B05-AE26-42F3-9212-BA7A401F5682}" type="presOf" srcId="{2E2D8ECF-7F56-42E1-89DD-3E7F5F86D20E}" destId="{7BF25A70-6831-4C76-9C74-1758909D4FA9}" srcOrd="0" destOrd="2" presId="urn:microsoft.com/office/officeart/2005/8/layout/chevron2"/>
    <dgm:cxn modelId="{CD0CE92E-1C1D-47D6-BF7E-32A3FB3A3BC8}" srcId="{1C7FC0E9-4F4C-4221-8C57-69F05E356682}" destId="{96F14E54-0B5B-454F-A182-9C6FB60D4BDA}" srcOrd="1" destOrd="0" parTransId="{F20E0AFF-7503-4408-A5CD-82273BC45B7D}" sibTransId="{EED2E5DB-33F9-42CF-9E04-248C7774579A}"/>
    <dgm:cxn modelId="{5AD0BE36-0D73-4188-81F7-A01E2719D7A9}" srcId="{1C7FC0E9-4F4C-4221-8C57-69F05E356682}" destId="{2E2D8ECF-7F56-42E1-89DD-3E7F5F86D20E}" srcOrd="2" destOrd="0" parTransId="{7A95FBE1-4552-4A16-84A4-0DA4266236E3}" sibTransId="{855859C8-E233-4813-BC9B-820BF876E6D1}"/>
    <dgm:cxn modelId="{CD573542-248F-4D39-93F1-3233F08E811B}" type="presOf" srcId="{1C7FC0E9-4F4C-4221-8C57-69F05E356682}" destId="{2D68B7E5-4E77-48D3-A9AA-AC927E106F52}" srcOrd="0" destOrd="0" presId="urn:microsoft.com/office/officeart/2005/8/layout/chevron2"/>
    <dgm:cxn modelId="{C61BA94C-68FD-4720-AC19-FCFC99FAF065}" type="presOf" srcId="{5111A7F9-53B4-42C7-85D6-2D92F9BE2E1F}" destId="{7BF25A70-6831-4C76-9C74-1758909D4FA9}" srcOrd="0" destOrd="0" presId="urn:microsoft.com/office/officeart/2005/8/layout/chevron2"/>
    <dgm:cxn modelId="{61BE4F50-DED2-43F9-8F12-376BD8F1CC81}" srcId="{1C7FC0E9-4F4C-4221-8C57-69F05E356682}" destId="{5111A7F9-53B4-42C7-85D6-2D92F9BE2E1F}" srcOrd="0" destOrd="0" parTransId="{BF49FD7C-8FA8-4747-A41A-10886A735E44}" sibTransId="{A0A3B941-1965-427C-AD3D-BB5198321DB3}"/>
    <dgm:cxn modelId="{5B0D1256-F830-48C2-A8D0-72D1E481FA53}" type="presOf" srcId="{4E2C18C7-0A2E-4DB8-AD33-1CE87470733E}" destId="{7978E696-5786-4587-A166-98BCB3060BE6}" srcOrd="0" destOrd="0" presId="urn:microsoft.com/office/officeart/2005/8/layout/chevron2"/>
    <dgm:cxn modelId="{B293FD90-ADFE-43FF-A378-EDEA5117FB0B}" srcId="{399A791A-827D-4A5F-B0A3-8892BF3FC60F}" destId="{3AEB2310-5CF9-4C01-9247-F5896B63E4CE}" srcOrd="0" destOrd="0" parTransId="{298177CF-B2B8-4F5B-889F-BF48FBC3A77C}" sibTransId="{DB6FFC30-DDCA-4BE6-89CC-90E7E4513A92}"/>
    <dgm:cxn modelId="{C036C095-9350-4FE5-A7B8-47CA7175B6F6}" srcId="{399A791A-827D-4A5F-B0A3-8892BF3FC60F}" destId="{8748B15E-8FC2-463D-8A25-E2143E4FE489}" srcOrd="1" destOrd="0" parTransId="{C28AB027-B06C-41C0-8419-87A8F4232EB1}" sibTransId="{AFEC3BFE-198E-46A6-BFDE-55D0B5407BC4}"/>
    <dgm:cxn modelId="{A021DAA1-A551-40E6-A12B-E5F7B0F84CC2}" type="presOf" srcId="{8748B15E-8FC2-463D-8A25-E2143E4FE489}" destId="{7E01F5E3-52A2-4B5A-9693-0B9F3C411466}" srcOrd="0" destOrd="1" presId="urn:microsoft.com/office/officeart/2005/8/layout/chevron2"/>
    <dgm:cxn modelId="{E15112B5-9E14-43F2-9BFC-3C0E699E57A0}" type="presOf" srcId="{96F14E54-0B5B-454F-A182-9C6FB60D4BDA}" destId="{7BF25A70-6831-4C76-9C74-1758909D4FA9}" srcOrd="0" destOrd="1" presId="urn:microsoft.com/office/officeart/2005/8/layout/chevron2"/>
    <dgm:cxn modelId="{9651EDCB-38FA-441A-9226-E1502F37880D}" type="presOf" srcId="{399A791A-827D-4A5F-B0A3-8892BF3FC60F}" destId="{238A18F1-C312-489B-AB10-E09EE3F3EB52}" srcOrd="0" destOrd="0" presId="urn:microsoft.com/office/officeart/2005/8/layout/chevron2"/>
    <dgm:cxn modelId="{479E8AD5-C2F6-495A-8BB0-7D4D319337FA}" type="presOf" srcId="{3AEB2310-5CF9-4C01-9247-F5896B63E4CE}" destId="{7E01F5E3-52A2-4B5A-9693-0B9F3C411466}" srcOrd="0" destOrd="0" presId="urn:microsoft.com/office/officeart/2005/8/layout/chevron2"/>
    <dgm:cxn modelId="{28ED7ADC-4ED5-497C-ACC2-3C81778B1EB7}" srcId="{4E2C18C7-0A2E-4DB8-AD33-1CE87470733E}" destId="{399A791A-827D-4A5F-B0A3-8892BF3FC60F}" srcOrd="0" destOrd="0" parTransId="{631A6993-AC7D-4F0C-942F-EE216CAD9BA3}" sibTransId="{EA7263C3-866E-4141-B2D9-44A5403A8135}"/>
    <dgm:cxn modelId="{4C0ADBDD-6B17-49D2-A845-FE793148636E}" srcId="{4E2C18C7-0A2E-4DB8-AD33-1CE87470733E}" destId="{1C7FC0E9-4F4C-4221-8C57-69F05E356682}" srcOrd="1" destOrd="0" parTransId="{1FE8A87D-BBCB-470B-9CCA-4522342390CE}" sibTransId="{5FCE5339-32A5-427F-8084-1556A5516ACD}"/>
    <dgm:cxn modelId="{2B79BAB3-340B-4E9E-918E-DD2C11218CC9}" type="presParOf" srcId="{7978E696-5786-4587-A166-98BCB3060BE6}" destId="{20C70A57-322F-4088-901D-AB6E4BE8ECAC}" srcOrd="0" destOrd="0" presId="urn:microsoft.com/office/officeart/2005/8/layout/chevron2"/>
    <dgm:cxn modelId="{D714B16F-1919-4083-87BA-200826E28F47}" type="presParOf" srcId="{20C70A57-322F-4088-901D-AB6E4BE8ECAC}" destId="{238A18F1-C312-489B-AB10-E09EE3F3EB52}" srcOrd="0" destOrd="0" presId="urn:microsoft.com/office/officeart/2005/8/layout/chevron2"/>
    <dgm:cxn modelId="{E3B50337-AB41-4673-9F86-E8A2AB0DE56F}" type="presParOf" srcId="{20C70A57-322F-4088-901D-AB6E4BE8ECAC}" destId="{7E01F5E3-52A2-4B5A-9693-0B9F3C411466}" srcOrd="1" destOrd="0" presId="urn:microsoft.com/office/officeart/2005/8/layout/chevron2"/>
    <dgm:cxn modelId="{4AB07C8B-94B3-48C0-B8E0-61CDD37DD45C}" type="presParOf" srcId="{7978E696-5786-4587-A166-98BCB3060BE6}" destId="{D85E40C3-D329-469C-A312-B124769A3E1C}" srcOrd="1" destOrd="0" presId="urn:microsoft.com/office/officeart/2005/8/layout/chevron2"/>
    <dgm:cxn modelId="{DDB6B1BD-FC30-4011-AFF7-5F9421D27269}" type="presParOf" srcId="{7978E696-5786-4587-A166-98BCB3060BE6}" destId="{01765451-4D0A-4B3E-995F-6D098A4EC7C8}" srcOrd="2" destOrd="0" presId="urn:microsoft.com/office/officeart/2005/8/layout/chevron2"/>
    <dgm:cxn modelId="{5F753CED-2B45-4EB9-80EC-A5AFB0E290DA}" type="presParOf" srcId="{01765451-4D0A-4B3E-995F-6D098A4EC7C8}" destId="{2D68B7E5-4E77-48D3-A9AA-AC927E106F52}" srcOrd="0" destOrd="0" presId="urn:microsoft.com/office/officeart/2005/8/layout/chevron2"/>
    <dgm:cxn modelId="{49CB0A6F-2ECB-4694-AAAE-B9135658FDF5}" type="presParOf" srcId="{01765451-4D0A-4B3E-995F-6D098A4EC7C8}" destId="{7BF25A70-6831-4C76-9C74-1758909D4FA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2C18C7-0A2E-4DB8-AD33-1CE87470733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99A791A-827D-4A5F-B0A3-8892BF3FC60F}">
      <dgm:prSet phldrT="[Texte]" phldr="0"/>
      <dgm:spPr/>
      <dgm:t>
        <a:bodyPr/>
        <a:lstStyle/>
        <a:p>
          <a:r>
            <a:rPr lang="fr-FR" dirty="0"/>
            <a:t>Séance 3</a:t>
          </a:r>
        </a:p>
      </dgm:t>
    </dgm:pt>
    <dgm:pt modelId="{631A6993-AC7D-4F0C-942F-EE216CAD9BA3}" type="parTrans" cxnId="{28ED7ADC-4ED5-497C-ACC2-3C81778B1EB7}">
      <dgm:prSet/>
      <dgm:spPr/>
      <dgm:t>
        <a:bodyPr/>
        <a:lstStyle/>
        <a:p>
          <a:endParaRPr lang="fr-FR"/>
        </a:p>
      </dgm:t>
    </dgm:pt>
    <dgm:pt modelId="{EA7263C3-866E-4141-B2D9-44A5403A8135}" type="sibTrans" cxnId="{28ED7ADC-4ED5-497C-ACC2-3C81778B1EB7}">
      <dgm:prSet/>
      <dgm:spPr/>
      <dgm:t>
        <a:bodyPr/>
        <a:lstStyle/>
        <a:p>
          <a:endParaRPr lang="fr-FR"/>
        </a:p>
      </dgm:t>
    </dgm:pt>
    <dgm:pt modelId="{3AEB2310-5CF9-4C01-9247-F5896B63E4CE}">
      <dgm:prSet phldrT="[Texte]" phldr="0"/>
      <dgm:spPr/>
      <dgm:t>
        <a:bodyPr/>
        <a:lstStyle/>
        <a:p>
          <a:r>
            <a:rPr lang="fr-FR" dirty="0"/>
            <a:t>4h en demi-groupe ;</a:t>
          </a:r>
        </a:p>
      </dgm:t>
    </dgm:pt>
    <dgm:pt modelId="{298177CF-B2B8-4F5B-889F-BF48FBC3A77C}" type="parTrans" cxnId="{B293FD90-ADFE-43FF-A378-EDEA5117FB0B}">
      <dgm:prSet/>
      <dgm:spPr/>
      <dgm:t>
        <a:bodyPr/>
        <a:lstStyle/>
        <a:p>
          <a:endParaRPr lang="fr-FR"/>
        </a:p>
      </dgm:t>
    </dgm:pt>
    <dgm:pt modelId="{DB6FFC30-DDCA-4BE6-89CC-90E7E4513A92}" type="sibTrans" cxnId="{B293FD90-ADFE-43FF-A378-EDEA5117FB0B}">
      <dgm:prSet/>
      <dgm:spPr/>
      <dgm:t>
        <a:bodyPr/>
        <a:lstStyle/>
        <a:p>
          <a:endParaRPr lang="fr-FR"/>
        </a:p>
      </dgm:t>
    </dgm:pt>
    <dgm:pt modelId="{1C7FC0E9-4F4C-4221-8C57-69F05E356682}">
      <dgm:prSet phldrT="[Texte]" phldr="0"/>
      <dgm:spPr/>
      <dgm:t>
        <a:bodyPr/>
        <a:lstStyle/>
        <a:p>
          <a:r>
            <a:rPr lang="fr-FR" dirty="0"/>
            <a:t>Séance 4</a:t>
          </a:r>
        </a:p>
      </dgm:t>
    </dgm:pt>
    <dgm:pt modelId="{1FE8A87D-BBCB-470B-9CCA-4522342390CE}" type="parTrans" cxnId="{4C0ADBDD-6B17-49D2-A845-FE793148636E}">
      <dgm:prSet/>
      <dgm:spPr/>
      <dgm:t>
        <a:bodyPr/>
        <a:lstStyle/>
        <a:p>
          <a:endParaRPr lang="fr-FR"/>
        </a:p>
      </dgm:t>
    </dgm:pt>
    <dgm:pt modelId="{5FCE5339-32A5-427F-8084-1556A5516ACD}" type="sibTrans" cxnId="{4C0ADBDD-6B17-49D2-A845-FE793148636E}">
      <dgm:prSet/>
      <dgm:spPr/>
      <dgm:t>
        <a:bodyPr/>
        <a:lstStyle/>
        <a:p>
          <a:endParaRPr lang="fr-FR"/>
        </a:p>
      </dgm:t>
    </dgm:pt>
    <dgm:pt modelId="{5111A7F9-53B4-42C7-85D6-2D92F9BE2E1F}">
      <dgm:prSet phldrT="[Texte]" phldr="0"/>
      <dgm:spPr/>
      <dgm:t>
        <a:bodyPr/>
        <a:lstStyle/>
        <a:p>
          <a:r>
            <a:rPr lang="fr-FR" dirty="0"/>
            <a:t>2h en classe entière ;</a:t>
          </a:r>
        </a:p>
      </dgm:t>
    </dgm:pt>
    <dgm:pt modelId="{BF49FD7C-8FA8-4747-A41A-10886A735E44}" type="parTrans" cxnId="{61BE4F50-DED2-43F9-8F12-376BD8F1CC81}">
      <dgm:prSet/>
      <dgm:spPr/>
      <dgm:t>
        <a:bodyPr/>
        <a:lstStyle/>
        <a:p>
          <a:endParaRPr lang="fr-FR"/>
        </a:p>
      </dgm:t>
    </dgm:pt>
    <dgm:pt modelId="{A0A3B941-1965-427C-AD3D-BB5198321DB3}" type="sibTrans" cxnId="{61BE4F50-DED2-43F9-8F12-376BD8F1CC81}">
      <dgm:prSet/>
      <dgm:spPr/>
      <dgm:t>
        <a:bodyPr/>
        <a:lstStyle/>
        <a:p>
          <a:endParaRPr lang="fr-FR"/>
        </a:p>
      </dgm:t>
    </dgm:pt>
    <dgm:pt modelId="{18EF5708-B81D-47F2-9A5B-E1C87E104521}">
      <dgm:prSet phldrT="[Texte]" phldr="0"/>
      <dgm:spPr/>
      <dgm:t>
        <a:bodyPr/>
        <a:lstStyle/>
        <a:p>
          <a:r>
            <a:rPr lang="fr-FR" dirty="0"/>
            <a:t>TD/TP Matlab premier ordre et second ordre ;</a:t>
          </a:r>
        </a:p>
      </dgm:t>
    </dgm:pt>
    <dgm:pt modelId="{78605104-2BB8-48DD-9BFB-A22E333630EC}" type="parTrans" cxnId="{9043101B-C78A-4C5B-80B0-6ACC721C97BA}">
      <dgm:prSet/>
      <dgm:spPr/>
    </dgm:pt>
    <dgm:pt modelId="{4930F590-9C58-4240-9CE6-2BF903AE81EE}" type="sibTrans" cxnId="{9043101B-C78A-4C5B-80B0-6ACC721C97BA}">
      <dgm:prSet/>
      <dgm:spPr/>
    </dgm:pt>
    <dgm:pt modelId="{B698516E-AB54-4FF7-A4A9-EAE816EBA31E}">
      <dgm:prSet phldrT="[Texte]" phldr="0"/>
      <dgm:spPr/>
      <dgm:t>
        <a:bodyPr/>
        <a:lstStyle/>
        <a:p>
          <a:r>
            <a:rPr lang="fr-FR" dirty="0"/>
            <a:t>Evaluation formative 30 min en fin de séance.</a:t>
          </a:r>
        </a:p>
      </dgm:t>
    </dgm:pt>
    <dgm:pt modelId="{421A7C37-34B9-4DE4-A580-256ED068EBE5}" type="parTrans" cxnId="{68EB835E-30B6-481A-ADE2-80D902AA22AD}">
      <dgm:prSet/>
      <dgm:spPr/>
    </dgm:pt>
    <dgm:pt modelId="{670B0484-3353-491F-BAB4-2510C9A34D8D}" type="sibTrans" cxnId="{68EB835E-30B6-481A-ADE2-80D902AA22AD}">
      <dgm:prSet/>
      <dgm:spPr/>
    </dgm:pt>
    <dgm:pt modelId="{1DC787A1-FD32-4BEE-A42C-D6298368A8C1}">
      <dgm:prSet phldrT="[Texte]" phldr="0"/>
      <dgm:spPr/>
      <dgm:t>
        <a:bodyPr/>
        <a:lstStyle/>
        <a:p>
          <a:r>
            <a:rPr lang="fr-FR" dirty="0"/>
            <a:t>Remédiation et revue des notions ; généralement mal comprises.</a:t>
          </a:r>
        </a:p>
      </dgm:t>
    </dgm:pt>
    <dgm:pt modelId="{479CA6EE-E5C8-4568-8C8B-B9B0945BBD4B}" type="parTrans" cxnId="{A1BC17C1-FCF8-48CA-AA97-536EC2C5F092}">
      <dgm:prSet/>
      <dgm:spPr/>
    </dgm:pt>
    <dgm:pt modelId="{725E6562-B3B2-4034-9D5C-AFCC3FA9329E}" type="sibTrans" cxnId="{A1BC17C1-FCF8-48CA-AA97-536EC2C5F092}">
      <dgm:prSet/>
      <dgm:spPr/>
    </dgm:pt>
    <dgm:pt modelId="{7978E696-5786-4587-A166-98BCB3060BE6}" type="pres">
      <dgm:prSet presAssocID="{4E2C18C7-0A2E-4DB8-AD33-1CE87470733E}" presName="linearFlow" presStyleCnt="0">
        <dgm:presLayoutVars>
          <dgm:dir/>
          <dgm:animLvl val="lvl"/>
          <dgm:resizeHandles val="exact"/>
        </dgm:presLayoutVars>
      </dgm:prSet>
      <dgm:spPr/>
    </dgm:pt>
    <dgm:pt modelId="{20C70A57-322F-4088-901D-AB6E4BE8ECAC}" type="pres">
      <dgm:prSet presAssocID="{399A791A-827D-4A5F-B0A3-8892BF3FC60F}" presName="composite" presStyleCnt="0"/>
      <dgm:spPr/>
    </dgm:pt>
    <dgm:pt modelId="{238A18F1-C312-489B-AB10-E09EE3F3EB52}" type="pres">
      <dgm:prSet presAssocID="{399A791A-827D-4A5F-B0A3-8892BF3FC60F}" presName="parentText" presStyleLbl="alignNode1" presStyleIdx="0" presStyleCnt="2" custLinFactNeighborX="676" custLinFactNeighborY="114">
        <dgm:presLayoutVars>
          <dgm:chMax val="1"/>
          <dgm:bulletEnabled val="1"/>
        </dgm:presLayoutVars>
      </dgm:prSet>
      <dgm:spPr/>
    </dgm:pt>
    <dgm:pt modelId="{7E01F5E3-52A2-4B5A-9693-0B9F3C411466}" type="pres">
      <dgm:prSet presAssocID="{399A791A-827D-4A5F-B0A3-8892BF3FC60F}" presName="descendantText" presStyleLbl="alignAcc1" presStyleIdx="0" presStyleCnt="2" custLinFactNeighborX="-135" custLinFactNeighborY="728">
        <dgm:presLayoutVars>
          <dgm:bulletEnabled val="1"/>
        </dgm:presLayoutVars>
      </dgm:prSet>
      <dgm:spPr/>
    </dgm:pt>
    <dgm:pt modelId="{D85E40C3-D329-469C-A312-B124769A3E1C}" type="pres">
      <dgm:prSet presAssocID="{EA7263C3-866E-4141-B2D9-44A5403A8135}" presName="sp" presStyleCnt="0"/>
      <dgm:spPr/>
    </dgm:pt>
    <dgm:pt modelId="{01765451-4D0A-4B3E-995F-6D098A4EC7C8}" type="pres">
      <dgm:prSet presAssocID="{1C7FC0E9-4F4C-4221-8C57-69F05E356682}" presName="composite" presStyleCnt="0"/>
      <dgm:spPr/>
    </dgm:pt>
    <dgm:pt modelId="{2D68B7E5-4E77-48D3-A9AA-AC927E106F52}" type="pres">
      <dgm:prSet presAssocID="{1C7FC0E9-4F4C-4221-8C57-69F05E356682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7BF25A70-6831-4C76-9C74-1758909D4FA9}" type="pres">
      <dgm:prSet presAssocID="{1C7FC0E9-4F4C-4221-8C57-69F05E356682}" presName="descendantText" presStyleLbl="alignAcc1" presStyleIdx="1" presStyleCnt="2" custLinFactNeighborX="-149" custLinFactNeighborY="494">
        <dgm:presLayoutVars>
          <dgm:bulletEnabled val="1"/>
        </dgm:presLayoutVars>
      </dgm:prSet>
      <dgm:spPr/>
    </dgm:pt>
  </dgm:ptLst>
  <dgm:cxnLst>
    <dgm:cxn modelId="{9043101B-C78A-4C5B-80B0-6ACC721C97BA}" srcId="{399A791A-827D-4A5F-B0A3-8892BF3FC60F}" destId="{18EF5708-B81D-47F2-9A5B-E1C87E104521}" srcOrd="1" destOrd="0" parTransId="{78605104-2BB8-48DD-9BFB-A22E333630EC}" sibTransId="{4930F590-9C58-4240-9CE6-2BF903AE81EE}"/>
    <dgm:cxn modelId="{68EB835E-30B6-481A-ADE2-80D902AA22AD}" srcId="{399A791A-827D-4A5F-B0A3-8892BF3FC60F}" destId="{B698516E-AB54-4FF7-A4A9-EAE816EBA31E}" srcOrd="2" destOrd="0" parTransId="{421A7C37-34B9-4DE4-A580-256ED068EBE5}" sibTransId="{670B0484-3353-491F-BAB4-2510C9A34D8D}"/>
    <dgm:cxn modelId="{CD573542-248F-4D39-93F1-3233F08E811B}" type="presOf" srcId="{1C7FC0E9-4F4C-4221-8C57-69F05E356682}" destId="{2D68B7E5-4E77-48D3-A9AA-AC927E106F52}" srcOrd="0" destOrd="0" presId="urn:microsoft.com/office/officeart/2005/8/layout/chevron2"/>
    <dgm:cxn modelId="{C61BA94C-68FD-4720-AC19-FCFC99FAF065}" type="presOf" srcId="{5111A7F9-53B4-42C7-85D6-2D92F9BE2E1F}" destId="{7BF25A70-6831-4C76-9C74-1758909D4FA9}" srcOrd="0" destOrd="0" presId="urn:microsoft.com/office/officeart/2005/8/layout/chevron2"/>
    <dgm:cxn modelId="{25482A50-0185-4A90-A6C9-3333A4CC828B}" type="presOf" srcId="{18EF5708-B81D-47F2-9A5B-E1C87E104521}" destId="{7E01F5E3-52A2-4B5A-9693-0B9F3C411466}" srcOrd="0" destOrd="1" presId="urn:microsoft.com/office/officeart/2005/8/layout/chevron2"/>
    <dgm:cxn modelId="{61BE4F50-DED2-43F9-8F12-376BD8F1CC81}" srcId="{1C7FC0E9-4F4C-4221-8C57-69F05E356682}" destId="{5111A7F9-53B4-42C7-85D6-2D92F9BE2E1F}" srcOrd="0" destOrd="0" parTransId="{BF49FD7C-8FA8-4747-A41A-10886A735E44}" sibTransId="{A0A3B941-1965-427C-AD3D-BB5198321DB3}"/>
    <dgm:cxn modelId="{5B0D1256-F830-48C2-A8D0-72D1E481FA53}" type="presOf" srcId="{4E2C18C7-0A2E-4DB8-AD33-1CE87470733E}" destId="{7978E696-5786-4587-A166-98BCB3060BE6}" srcOrd="0" destOrd="0" presId="urn:microsoft.com/office/officeart/2005/8/layout/chevron2"/>
    <dgm:cxn modelId="{B293FD90-ADFE-43FF-A378-EDEA5117FB0B}" srcId="{399A791A-827D-4A5F-B0A3-8892BF3FC60F}" destId="{3AEB2310-5CF9-4C01-9247-F5896B63E4CE}" srcOrd="0" destOrd="0" parTransId="{298177CF-B2B8-4F5B-889F-BF48FBC3A77C}" sibTransId="{DB6FFC30-DDCA-4BE6-89CC-90E7E4513A92}"/>
    <dgm:cxn modelId="{A71A0199-34C7-4C1D-B080-58A18B9B4C70}" type="presOf" srcId="{1DC787A1-FD32-4BEE-A42C-D6298368A8C1}" destId="{7BF25A70-6831-4C76-9C74-1758909D4FA9}" srcOrd="0" destOrd="1" presId="urn:microsoft.com/office/officeart/2005/8/layout/chevron2"/>
    <dgm:cxn modelId="{1F86D6B8-5BCE-496D-8FCE-A3F783B09C07}" type="presOf" srcId="{B698516E-AB54-4FF7-A4A9-EAE816EBA31E}" destId="{7E01F5E3-52A2-4B5A-9693-0B9F3C411466}" srcOrd="0" destOrd="2" presId="urn:microsoft.com/office/officeart/2005/8/layout/chevron2"/>
    <dgm:cxn modelId="{A1BC17C1-FCF8-48CA-AA97-536EC2C5F092}" srcId="{1C7FC0E9-4F4C-4221-8C57-69F05E356682}" destId="{1DC787A1-FD32-4BEE-A42C-D6298368A8C1}" srcOrd="1" destOrd="0" parTransId="{479CA6EE-E5C8-4568-8C8B-B9B0945BBD4B}" sibTransId="{725E6562-B3B2-4034-9D5C-AFCC3FA9329E}"/>
    <dgm:cxn modelId="{9651EDCB-38FA-441A-9226-E1502F37880D}" type="presOf" srcId="{399A791A-827D-4A5F-B0A3-8892BF3FC60F}" destId="{238A18F1-C312-489B-AB10-E09EE3F3EB52}" srcOrd="0" destOrd="0" presId="urn:microsoft.com/office/officeart/2005/8/layout/chevron2"/>
    <dgm:cxn modelId="{479E8AD5-C2F6-495A-8BB0-7D4D319337FA}" type="presOf" srcId="{3AEB2310-5CF9-4C01-9247-F5896B63E4CE}" destId="{7E01F5E3-52A2-4B5A-9693-0B9F3C411466}" srcOrd="0" destOrd="0" presId="urn:microsoft.com/office/officeart/2005/8/layout/chevron2"/>
    <dgm:cxn modelId="{28ED7ADC-4ED5-497C-ACC2-3C81778B1EB7}" srcId="{4E2C18C7-0A2E-4DB8-AD33-1CE87470733E}" destId="{399A791A-827D-4A5F-B0A3-8892BF3FC60F}" srcOrd="0" destOrd="0" parTransId="{631A6993-AC7D-4F0C-942F-EE216CAD9BA3}" sibTransId="{EA7263C3-866E-4141-B2D9-44A5403A8135}"/>
    <dgm:cxn modelId="{4C0ADBDD-6B17-49D2-A845-FE793148636E}" srcId="{4E2C18C7-0A2E-4DB8-AD33-1CE87470733E}" destId="{1C7FC0E9-4F4C-4221-8C57-69F05E356682}" srcOrd="1" destOrd="0" parTransId="{1FE8A87D-BBCB-470B-9CCA-4522342390CE}" sibTransId="{5FCE5339-32A5-427F-8084-1556A5516ACD}"/>
    <dgm:cxn modelId="{2B79BAB3-340B-4E9E-918E-DD2C11218CC9}" type="presParOf" srcId="{7978E696-5786-4587-A166-98BCB3060BE6}" destId="{20C70A57-322F-4088-901D-AB6E4BE8ECAC}" srcOrd="0" destOrd="0" presId="urn:microsoft.com/office/officeart/2005/8/layout/chevron2"/>
    <dgm:cxn modelId="{D714B16F-1919-4083-87BA-200826E28F47}" type="presParOf" srcId="{20C70A57-322F-4088-901D-AB6E4BE8ECAC}" destId="{238A18F1-C312-489B-AB10-E09EE3F3EB52}" srcOrd="0" destOrd="0" presId="urn:microsoft.com/office/officeart/2005/8/layout/chevron2"/>
    <dgm:cxn modelId="{E3B50337-AB41-4673-9F86-E8A2AB0DE56F}" type="presParOf" srcId="{20C70A57-322F-4088-901D-AB6E4BE8ECAC}" destId="{7E01F5E3-52A2-4B5A-9693-0B9F3C411466}" srcOrd="1" destOrd="0" presId="urn:microsoft.com/office/officeart/2005/8/layout/chevron2"/>
    <dgm:cxn modelId="{4AB07C8B-94B3-48C0-B8E0-61CDD37DD45C}" type="presParOf" srcId="{7978E696-5786-4587-A166-98BCB3060BE6}" destId="{D85E40C3-D329-469C-A312-B124769A3E1C}" srcOrd="1" destOrd="0" presId="urn:microsoft.com/office/officeart/2005/8/layout/chevron2"/>
    <dgm:cxn modelId="{DDB6B1BD-FC30-4011-AFF7-5F9421D27269}" type="presParOf" srcId="{7978E696-5786-4587-A166-98BCB3060BE6}" destId="{01765451-4D0A-4B3E-995F-6D098A4EC7C8}" srcOrd="2" destOrd="0" presId="urn:microsoft.com/office/officeart/2005/8/layout/chevron2"/>
    <dgm:cxn modelId="{5F753CED-2B45-4EB9-80EC-A5AFB0E290DA}" type="presParOf" srcId="{01765451-4D0A-4B3E-995F-6D098A4EC7C8}" destId="{2D68B7E5-4E77-48D3-A9AA-AC927E106F52}" srcOrd="0" destOrd="0" presId="urn:microsoft.com/office/officeart/2005/8/layout/chevron2"/>
    <dgm:cxn modelId="{49CB0A6F-2ECB-4694-AAAE-B9135658FDF5}" type="presParOf" srcId="{01765451-4D0A-4B3E-995F-6D098A4EC7C8}" destId="{7BF25A70-6831-4C76-9C74-1758909D4FA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2C18C7-0A2E-4DB8-AD33-1CE87470733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99A791A-827D-4A5F-B0A3-8892BF3FC60F}">
      <dgm:prSet phldrT="[Texte]" phldr="0"/>
      <dgm:spPr/>
      <dgm:t>
        <a:bodyPr/>
        <a:lstStyle/>
        <a:p>
          <a:r>
            <a:rPr lang="fr-FR" dirty="0"/>
            <a:t>Séance 5</a:t>
          </a:r>
        </a:p>
      </dgm:t>
    </dgm:pt>
    <dgm:pt modelId="{631A6993-AC7D-4F0C-942F-EE216CAD9BA3}" type="parTrans" cxnId="{28ED7ADC-4ED5-497C-ACC2-3C81778B1EB7}">
      <dgm:prSet/>
      <dgm:spPr/>
      <dgm:t>
        <a:bodyPr/>
        <a:lstStyle/>
        <a:p>
          <a:endParaRPr lang="fr-FR"/>
        </a:p>
      </dgm:t>
    </dgm:pt>
    <dgm:pt modelId="{EA7263C3-866E-4141-B2D9-44A5403A8135}" type="sibTrans" cxnId="{28ED7ADC-4ED5-497C-ACC2-3C81778B1EB7}">
      <dgm:prSet/>
      <dgm:spPr/>
      <dgm:t>
        <a:bodyPr/>
        <a:lstStyle/>
        <a:p>
          <a:endParaRPr lang="fr-FR"/>
        </a:p>
      </dgm:t>
    </dgm:pt>
    <dgm:pt modelId="{3AEB2310-5CF9-4C01-9247-F5896B63E4CE}">
      <dgm:prSet phldrT="[Texte]" phldr="0"/>
      <dgm:spPr/>
      <dgm:t>
        <a:bodyPr/>
        <a:lstStyle/>
        <a:p>
          <a:r>
            <a:rPr lang="fr-FR" dirty="0"/>
            <a:t>4h de TP en demi-groupe ;</a:t>
          </a:r>
        </a:p>
      </dgm:t>
    </dgm:pt>
    <dgm:pt modelId="{298177CF-B2B8-4F5B-889F-BF48FBC3A77C}" type="parTrans" cxnId="{B293FD90-ADFE-43FF-A378-EDEA5117FB0B}">
      <dgm:prSet/>
      <dgm:spPr/>
      <dgm:t>
        <a:bodyPr/>
        <a:lstStyle/>
        <a:p>
          <a:endParaRPr lang="fr-FR"/>
        </a:p>
      </dgm:t>
    </dgm:pt>
    <dgm:pt modelId="{DB6FFC30-DDCA-4BE6-89CC-90E7E4513A92}" type="sibTrans" cxnId="{B293FD90-ADFE-43FF-A378-EDEA5117FB0B}">
      <dgm:prSet/>
      <dgm:spPr/>
      <dgm:t>
        <a:bodyPr/>
        <a:lstStyle/>
        <a:p>
          <a:endParaRPr lang="fr-FR"/>
        </a:p>
      </dgm:t>
    </dgm:pt>
    <dgm:pt modelId="{8748B15E-8FC2-463D-8A25-E2143E4FE489}">
      <dgm:prSet phldrT="[Texte]" phldr="0"/>
      <dgm:spPr/>
      <dgm:t>
        <a:bodyPr/>
        <a:lstStyle/>
        <a:p>
          <a:r>
            <a:rPr lang="fr-FR" dirty="0"/>
            <a:t>SCE sur système asservis.</a:t>
          </a:r>
        </a:p>
      </dgm:t>
    </dgm:pt>
    <dgm:pt modelId="{C28AB027-B06C-41C0-8419-87A8F4232EB1}" type="parTrans" cxnId="{C036C095-9350-4FE5-A7B8-47CA7175B6F6}">
      <dgm:prSet/>
      <dgm:spPr/>
      <dgm:t>
        <a:bodyPr/>
        <a:lstStyle/>
        <a:p>
          <a:endParaRPr lang="fr-FR"/>
        </a:p>
      </dgm:t>
    </dgm:pt>
    <dgm:pt modelId="{AFEC3BFE-198E-46A6-BFDE-55D0B5407BC4}" type="sibTrans" cxnId="{C036C095-9350-4FE5-A7B8-47CA7175B6F6}">
      <dgm:prSet/>
      <dgm:spPr/>
      <dgm:t>
        <a:bodyPr/>
        <a:lstStyle/>
        <a:p>
          <a:endParaRPr lang="fr-FR"/>
        </a:p>
      </dgm:t>
    </dgm:pt>
    <dgm:pt modelId="{1C7FC0E9-4F4C-4221-8C57-69F05E356682}">
      <dgm:prSet phldrT="[Texte]" phldr="0"/>
      <dgm:spPr/>
      <dgm:t>
        <a:bodyPr/>
        <a:lstStyle/>
        <a:p>
          <a:r>
            <a:rPr lang="fr-FR" dirty="0"/>
            <a:t>Séance 6</a:t>
          </a:r>
        </a:p>
      </dgm:t>
    </dgm:pt>
    <dgm:pt modelId="{1FE8A87D-BBCB-470B-9CCA-4522342390CE}" type="parTrans" cxnId="{4C0ADBDD-6B17-49D2-A845-FE793148636E}">
      <dgm:prSet/>
      <dgm:spPr/>
      <dgm:t>
        <a:bodyPr/>
        <a:lstStyle/>
        <a:p>
          <a:endParaRPr lang="fr-FR"/>
        </a:p>
      </dgm:t>
    </dgm:pt>
    <dgm:pt modelId="{5FCE5339-32A5-427F-8084-1556A5516ACD}" type="sibTrans" cxnId="{4C0ADBDD-6B17-49D2-A845-FE793148636E}">
      <dgm:prSet/>
      <dgm:spPr/>
      <dgm:t>
        <a:bodyPr/>
        <a:lstStyle/>
        <a:p>
          <a:endParaRPr lang="fr-FR"/>
        </a:p>
      </dgm:t>
    </dgm:pt>
    <dgm:pt modelId="{5111A7F9-53B4-42C7-85D6-2D92F9BE2E1F}">
      <dgm:prSet phldrT="[Texte]" phldr="0"/>
      <dgm:spPr/>
      <dgm:t>
        <a:bodyPr/>
        <a:lstStyle/>
        <a:p>
          <a:r>
            <a:rPr lang="fr-FR" dirty="0"/>
            <a:t>2h en classe entière ;</a:t>
          </a:r>
        </a:p>
      </dgm:t>
    </dgm:pt>
    <dgm:pt modelId="{BF49FD7C-8FA8-4747-A41A-10886A735E44}" type="parTrans" cxnId="{61BE4F50-DED2-43F9-8F12-376BD8F1CC81}">
      <dgm:prSet/>
      <dgm:spPr/>
      <dgm:t>
        <a:bodyPr/>
        <a:lstStyle/>
        <a:p>
          <a:endParaRPr lang="fr-FR"/>
        </a:p>
      </dgm:t>
    </dgm:pt>
    <dgm:pt modelId="{A0A3B941-1965-427C-AD3D-BB5198321DB3}" type="sibTrans" cxnId="{61BE4F50-DED2-43F9-8F12-376BD8F1CC81}">
      <dgm:prSet/>
      <dgm:spPr/>
      <dgm:t>
        <a:bodyPr/>
        <a:lstStyle/>
        <a:p>
          <a:endParaRPr lang="fr-FR"/>
        </a:p>
      </dgm:t>
    </dgm:pt>
    <dgm:pt modelId="{83DD13A1-9BAF-4FDF-832C-E78F8E6FB802}">
      <dgm:prSet phldrT="[Texte]" phldr="0"/>
      <dgm:spPr/>
      <dgm:t>
        <a:bodyPr/>
        <a:lstStyle/>
        <a:p>
          <a:r>
            <a:rPr lang="fr-FR" dirty="0"/>
            <a:t>QCM et cours TD en vue du DS.</a:t>
          </a:r>
        </a:p>
      </dgm:t>
    </dgm:pt>
    <dgm:pt modelId="{420884ED-2152-4B97-814E-E7ACBA8AFFA0}" type="parTrans" cxnId="{BDA33E14-7FFF-472A-BBEE-6619B6E874A7}">
      <dgm:prSet/>
      <dgm:spPr/>
      <dgm:t>
        <a:bodyPr/>
        <a:lstStyle/>
        <a:p>
          <a:endParaRPr lang="fr-FR"/>
        </a:p>
      </dgm:t>
    </dgm:pt>
    <dgm:pt modelId="{2100E773-6818-4350-B273-DEED3BD66A67}" type="sibTrans" cxnId="{BDA33E14-7FFF-472A-BBEE-6619B6E874A7}">
      <dgm:prSet/>
      <dgm:spPr/>
      <dgm:t>
        <a:bodyPr/>
        <a:lstStyle/>
        <a:p>
          <a:endParaRPr lang="fr-FR"/>
        </a:p>
      </dgm:t>
    </dgm:pt>
    <dgm:pt modelId="{7978E696-5786-4587-A166-98BCB3060BE6}" type="pres">
      <dgm:prSet presAssocID="{4E2C18C7-0A2E-4DB8-AD33-1CE87470733E}" presName="linearFlow" presStyleCnt="0">
        <dgm:presLayoutVars>
          <dgm:dir/>
          <dgm:animLvl val="lvl"/>
          <dgm:resizeHandles val="exact"/>
        </dgm:presLayoutVars>
      </dgm:prSet>
      <dgm:spPr/>
    </dgm:pt>
    <dgm:pt modelId="{20C70A57-322F-4088-901D-AB6E4BE8ECAC}" type="pres">
      <dgm:prSet presAssocID="{399A791A-827D-4A5F-B0A3-8892BF3FC60F}" presName="composite" presStyleCnt="0"/>
      <dgm:spPr/>
    </dgm:pt>
    <dgm:pt modelId="{238A18F1-C312-489B-AB10-E09EE3F3EB52}" type="pres">
      <dgm:prSet presAssocID="{399A791A-827D-4A5F-B0A3-8892BF3FC60F}" presName="parentText" presStyleLbl="alignNode1" presStyleIdx="0" presStyleCnt="2" custLinFactNeighborX="676" custLinFactNeighborY="114">
        <dgm:presLayoutVars>
          <dgm:chMax val="1"/>
          <dgm:bulletEnabled val="1"/>
        </dgm:presLayoutVars>
      </dgm:prSet>
      <dgm:spPr/>
    </dgm:pt>
    <dgm:pt modelId="{7E01F5E3-52A2-4B5A-9693-0B9F3C411466}" type="pres">
      <dgm:prSet presAssocID="{399A791A-827D-4A5F-B0A3-8892BF3FC60F}" presName="descendantText" presStyleLbl="alignAcc1" presStyleIdx="0" presStyleCnt="2" custLinFactNeighborX="-135" custLinFactNeighborY="728">
        <dgm:presLayoutVars>
          <dgm:bulletEnabled val="1"/>
        </dgm:presLayoutVars>
      </dgm:prSet>
      <dgm:spPr/>
    </dgm:pt>
    <dgm:pt modelId="{D85E40C3-D329-469C-A312-B124769A3E1C}" type="pres">
      <dgm:prSet presAssocID="{EA7263C3-866E-4141-B2D9-44A5403A8135}" presName="sp" presStyleCnt="0"/>
      <dgm:spPr/>
    </dgm:pt>
    <dgm:pt modelId="{01765451-4D0A-4B3E-995F-6D098A4EC7C8}" type="pres">
      <dgm:prSet presAssocID="{1C7FC0E9-4F4C-4221-8C57-69F05E356682}" presName="composite" presStyleCnt="0"/>
      <dgm:spPr/>
    </dgm:pt>
    <dgm:pt modelId="{2D68B7E5-4E77-48D3-A9AA-AC927E106F52}" type="pres">
      <dgm:prSet presAssocID="{1C7FC0E9-4F4C-4221-8C57-69F05E356682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7BF25A70-6831-4C76-9C74-1758909D4FA9}" type="pres">
      <dgm:prSet presAssocID="{1C7FC0E9-4F4C-4221-8C57-69F05E356682}" presName="descendantText" presStyleLbl="alignAcc1" presStyleIdx="1" presStyleCnt="2" custLinFactNeighborX="-149" custLinFactNeighborY="494">
        <dgm:presLayoutVars>
          <dgm:bulletEnabled val="1"/>
        </dgm:presLayoutVars>
      </dgm:prSet>
      <dgm:spPr/>
    </dgm:pt>
  </dgm:ptLst>
  <dgm:cxnLst>
    <dgm:cxn modelId="{BDA33E14-7FFF-472A-BBEE-6619B6E874A7}" srcId="{1C7FC0E9-4F4C-4221-8C57-69F05E356682}" destId="{83DD13A1-9BAF-4FDF-832C-E78F8E6FB802}" srcOrd="1" destOrd="0" parTransId="{420884ED-2152-4B97-814E-E7ACBA8AFFA0}" sibTransId="{2100E773-6818-4350-B273-DEED3BD66A67}"/>
    <dgm:cxn modelId="{CD573542-248F-4D39-93F1-3233F08E811B}" type="presOf" srcId="{1C7FC0E9-4F4C-4221-8C57-69F05E356682}" destId="{2D68B7E5-4E77-48D3-A9AA-AC927E106F52}" srcOrd="0" destOrd="0" presId="urn:microsoft.com/office/officeart/2005/8/layout/chevron2"/>
    <dgm:cxn modelId="{C61BA94C-68FD-4720-AC19-FCFC99FAF065}" type="presOf" srcId="{5111A7F9-53B4-42C7-85D6-2D92F9BE2E1F}" destId="{7BF25A70-6831-4C76-9C74-1758909D4FA9}" srcOrd="0" destOrd="0" presId="urn:microsoft.com/office/officeart/2005/8/layout/chevron2"/>
    <dgm:cxn modelId="{61BE4F50-DED2-43F9-8F12-376BD8F1CC81}" srcId="{1C7FC0E9-4F4C-4221-8C57-69F05E356682}" destId="{5111A7F9-53B4-42C7-85D6-2D92F9BE2E1F}" srcOrd="0" destOrd="0" parTransId="{BF49FD7C-8FA8-4747-A41A-10886A735E44}" sibTransId="{A0A3B941-1965-427C-AD3D-BB5198321DB3}"/>
    <dgm:cxn modelId="{5B0D1256-F830-48C2-A8D0-72D1E481FA53}" type="presOf" srcId="{4E2C18C7-0A2E-4DB8-AD33-1CE87470733E}" destId="{7978E696-5786-4587-A166-98BCB3060BE6}" srcOrd="0" destOrd="0" presId="urn:microsoft.com/office/officeart/2005/8/layout/chevron2"/>
    <dgm:cxn modelId="{B293FD90-ADFE-43FF-A378-EDEA5117FB0B}" srcId="{399A791A-827D-4A5F-B0A3-8892BF3FC60F}" destId="{3AEB2310-5CF9-4C01-9247-F5896B63E4CE}" srcOrd="0" destOrd="0" parTransId="{298177CF-B2B8-4F5B-889F-BF48FBC3A77C}" sibTransId="{DB6FFC30-DDCA-4BE6-89CC-90E7E4513A92}"/>
    <dgm:cxn modelId="{C036C095-9350-4FE5-A7B8-47CA7175B6F6}" srcId="{399A791A-827D-4A5F-B0A3-8892BF3FC60F}" destId="{8748B15E-8FC2-463D-8A25-E2143E4FE489}" srcOrd="1" destOrd="0" parTransId="{C28AB027-B06C-41C0-8419-87A8F4232EB1}" sibTransId="{AFEC3BFE-198E-46A6-BFDE-55D0B5407BC4}"/>
    <dgm:cxn modelId="{A021DAA1-A551-40E6-A12B-E5F7B0F84CC2}" type="presOf" srcId="{8748B15E-8FC2-463D-8A25-E2143E4FE489}" destId="{7E01F5E3-52A2-4B5A-9693-0B9F3C411466}" srcOrd="0" destOrd="1" presId="urn:microsoft.com/office/officeart/2005/8/layout/chevron2"/>
    <dgm:cxn modelId="{8F24D0C7-E0BC-4FCA-92EA-319D0634FE7A}" type="presOf" srcId="{83DD13A1-9BAF-4FDF-832C-E78F8E6FB802}" destId="{7BF25A70-6831-4C76-9C74-1758909D4FA9}" srcOrd="0" destOrd="1" presId="urn:microsoft.com/office/officeart/2005/8/layout/chevron2"/>
    <dgm:cxn modelId="{9651EDCB-38FA-441A-9226-E1502F37880D}" type="presOf" srcId="{399A791A-827D-4A5F-B0A3-8892BF3FC60F}" destId="{238A18F1-C312-489B-AB10-E09EE3F3EB52}" srcOrd="0" destOrd="0" presId="urn:microsoft.com/office/officeart/2005/8/layout/chevron2"/>
    <dgm:cxn modelId="{479E8AD5-C2F6-495A-8BB0-7D4D319337FA}" type="presOf" srcId="{3AEB2310-5CF9-4C01-9247-F5896B63E4CE}" destId="{7E01F5E3-52A2-4B5A-9693-0B9F3C411466}" srcOrd="0" destOrd="0" presId="urn:microsoft.com/office/officeart/2005/8/layout/chevron2"/>
    <dgm:cxn modelId="{28ED7ADC-4ED5-497C-ACC2-3C81778B1EB7}" srcId="{4E2C18C7-0A2E-4DB8-AD33-1CE87470733E}" destId="{399A791A-827D-4A5F-B0A3-8892BF3FC60F}" srcOrd="0" destOrd="0" parTransId="{631A6993-AC7D-4F0C-942F-EE216CAD9BA3}" sibTransId="{EA7263C3-866E-4141-B2D9-44A5403A8135}"/>
    <dgm:cxn modelId="{4C0ADBDD-6B17-49D2-A845-FE793148636E}" srcId="{4E2C18C7-0A2E-4DB8-AD33-1CE87470733E}" destId="{1C7FC0E9-4F4C-4221-8C57-69F05E356682}" srcOrd="1" destOrd="0" parTransId="{1FE8A87D-BBCB-470B-9CCA-4522342390CE}" sibTransId="{5FCE5339-32A5-427F-8084-1556A5516ACD}"/>
    <dgm:cxn modelId="{2B79BAB3-340B-4E9E-918E-DD2C11218CC9}" type="presParOf" srcId="{7978E696-5786-4587-A166-98BCB3060BE6}" destId="{20C70A57-322F-4088-901D-AB6E4BE8ECAC}" srcOrd="0" destOrd="0" presId="urn:microsoft.com/office/officeart/2005/8/layout/chevron2"/>
    <dgm:cxn modelId="{D714B16F-1919-4083-87BA-200826E28F47}" type="presParOf" srcId="{20C70A57-322F-4088-901D-AB6E4BE8ECAC}" destId="{238A18F1-C312-489B-AB10-E09EE3F3EB52}" srcOrd="0" destOrd="0" presId="urn:microsoft.com/office/officeart/2005/8/layout/chevron2"/>
    <dgm:cxn modelId="{E3B50337-AB41-4673-9F86-E8A2AB0DE56F}" type="presParOf" srcId="{20C70A57-322F-4088-901D-AB6E4BE8ECAC}" destId="{7E01F5E3-52A2-4B5A-9693-0B9F3C411466}" srcOrd="1" destOrd="0" presId="urn:microsoft.com/office/officeart/2005/8/layout/chevron2"/>
    <dgm:cxn modelId="{4AB07C8B-94B3-48C0-B8E0-61CDD37DD45C}" type="presParOf" srcId="{7978E696-5786-4587-A166-98BCB3060BE6}" destId="{D85E40C3-D329-469C-A312-B124769A3E1C}" srcOrd="1" destOrd="0" presId="urn:microsoft.com/office/officeart/2005/8/layout/chevron2"/>
    <dgm:cxn modelId="{DDB6B1BD-FC30-4011-AFF7-5F9421D27269}" type="presParOf" srcId="{7978E696-5786-4587-A166-98BCB3060BE6}" destId="{01765451-4D0A-4B3E-995F-6D098A4EC7C8}" srcOrd="2" destOrd="0" presId="urn:microsoft.com/office/officeart/2005/8/layout/chevron2"/>
    <dgm:cxn modelId="{5F753CED-2B45-4EB9-80EC-A5AFB0E290DA}" type="presParOf" srcId="{01765451-4D0A-4B3E-995F-6D098A4EC7C8}" destId="{2D68B7E5-4E77-48D3-A9AA-AC927E106F52}" srcOrd="0" destOrd="0" presId="urn:microsoft.com/office/officeart/2005/8/layout/chevron2"/>
    <dgm:cxn modelId="{49CB0A6F-2ECB-4694-AAAE-B9135658FDF5}" type="presParOf" srcId="{01765451-4D0A-4B3E-995F-6D098A4EC7C8}" destId="{7BF25A70-6831-4C76-9C74-1758909D4FA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2C18C7-0A2E-4DB8-AD33-1CE87470733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99A791A-827D-4A5F-B0A3-8892BF3FC60F}">
      <dgm:prSet phldrT="[Texte]" phldr="0"/>
      <dgm:spPr/>
      <dgm:t>
        <a:bodyPr/>
        <a:lstStyle/>
        <a:p>
          <a:r>
            <a:rPr lang="fr-FR" dirty="0"/>
            <a:t>Séance 7</a:t>
          </a:r>
        </a:p>
      </dgm:t>
    </dgm:pt>
    <dgm:pt modelId="{631A6993-AC7D-4F0C-942F-EE216CAD9BA3}" type="parTrans" cxnId="{28ED7ADC-4ED5-497C-ACC2-3C81778B1EB7}">
      <dgm:prSet/>
      <dgm:spPr/>
      <dgm:t>
        <a:bodyPr/>
        <a:lstStyle/>
        <a:p>
          <a:endParaRPr lang="fr-FR"/>
        </a:p>
      </dgm:t>
    </dgm:pt>
    <dgm:pt modelId="{EA7263C3-866E-4141-B2D9-44A5403A8135}" type="sibTrans" cxnId="{28ED7ADC-4ED5-497C-ACC2-3C81778B1EB7}">
      <dgm:prSet/>
      <dgm:spPr/>
      <dgm:t>
        <a:bodyPr/>
        <a:lstStyle/>
        <a:p>
          <a:endParaRPr lang="fr-FR"/>
        </a:p>
      </dgm:t>
    </dgm:pt>
    <dgm:pt modelId="{3AEB2310-5CF9-4C01-9247-F5896B63E4CE}">
      <dgm:prSet phldrT="[Texte]" phldr="0"/>
      <dgm:spPr/>
      <dgm:t>
        <a:bodyPr/>
        <a:lstStyle/>
        <a:p>
          <a:r>
            <a:rPr lang="fr-FR" dirty="0"/>
            <a:t>4h de TP en demi-groupe</a:t>
          </a:r>
        </a:p>
      </dgm:t>
    </dgm:pt>
    <dgm:pt modelId="{298177CF-B2B8-4F5B-889F-BF48FBC3A77C}" type="parTrans" cxnId="{B293FD90-ADFE-43FF-A378-EDEA5117FB0B}">
      <dgm:prSet/>
      <dgm:spPr/>
      <dgm:t>
        <a:bodyPr/>
        <a:lstStyle/>
        <a:p>
          <a:endParaRPr lang="fr-FR"/>
        </a:p>
      </dgm:t>
    </dgm:pt>
    <dgm:pt modelId="{DB6FFC30-DDCA-4BE6-89CC-90E7E4513A92}" type="sibTrans" cxnId="{B293FD90-ADFE-43FF-A378-EDEA5117FB0B}">
      <dgm:prSet/>
      <dgm:spPr/>
      <dgm:t>
        <a:bodyPr/>
        <a:lstStyle/>
        <a:p>
          <a:endParaRPr lang="fr-FR"/>
        </a:p>
      </dgm:t>
    </dgm:pt>
    <dgm:pt modelId="{8748B15E-8FC2-463D-8A25-E2143E4FE489}">
      <dgm:prSet phldrT="[Texte]" phldr="0"/>
      <dgm:spPr/>
      <dgm:t>
        <a:bodyPr/>
        <a:lstStyle/>
        <a:p>
          <a:r>
            <a:rPr lang="fr-FR" dirty="0"/>
            <a:t>Présentation par groupe</a:t>
          </a:r>
        </a:p>
      </dgm:t>
    </dgm:pt>
    <dgm:pt modelId="{C28AB027-B06C-41C0-8419-87A8F4232EB1}" type="parTrans" cxnId="{C036C095-9350-4FE5-A7B8-47CA7175B6F6}">
      <dgm:prSet/>
      <dgm:spPr/>
      <dgm:t>
        <a:bodyPr/>
        <a:lstStyle/>
        <a:p>
          <a:endParaRPr lang="fr-FR"/>
        </a:p>
      </dgm:t>
    </dgm:pt>
    <dgm:pt modelId="{AFEC3BFE-198E-46A6-BFDE-55D0B5407BC4}" type="sibTrans" cxnId="{C036C095-9350-4FE5-A7B8-47CA7175B6F6}">
      <dgm:prSet/>
      <dgm:spPr/>
      <dgm:t>
        <a:bodyPr/>
        <a:lstStyle/>
        <a:p>
          <a:endParaRPr lang="fr-FR"/>
        </a:p>
      </dgm:t>
    </dgm:pt>
    <dgm:pt modelId="{1C7FC0E9-4F4C-4221-8C57-69F05E356682}">
      <dgm:prSet phldrT="[Texte]" phldr="0"/>
      <dgm:spPr/>
      <dgm:t>
        <a:bodyPr/>
        <a:lstStyle/>
        <a:p>
          <a:r>
            <a:rPr lang="fr-FR" dirty="0"/>
            <a:t>Séance 8</a:t>
          </a:r>
        </a:p>
      </dgm:t>
    </dgm:pt>
    <dgm:pt modelId="{1FE8A87D-BBCB-470B-9CCA-4522342390CE}" type="parTrans" cxnId="{4C0ADBDD-6B17-49D2-A845-FE793148636E}">
      <dgm:prSet/>
      <dgm:spPr/>
      <dgm:t>
        <a:bodyPr/>
        <a:lstStyle/>
        <a:p>
          <a:endParaRPr lang="fr-FR"/>
        </a:p>
      </dgm:t>
    </dgm:pt>
    <dgm:pt modelId="{5FCE5339-32A5-427F-8084-1556A5516ACD}" type="sibTrans" cxnId="{4C0ADBDD-6B17-49D2-A845-FE793148636E}">
      <dgm:prSet/>
      <dgm:spPr/>
      <dgm:t>
        <a:bodyPr/>
        <a:lstStyle/>
        <a:p>
          <a:endParaRPr lang="fr-FR"/>
        </a:p>
      </dgm:t>
    </dgm:pt>
    <dgm:pt modelId="{5111A7F9-53B4-42C7-85D6-2D92F9BE2E1F}">
      <dgm:prSet phldrT="[Texte]" phldr="0"/>
      <dgm:spPr/>
      <dgm:t>
        <a:bodyPr/>
        <a:lstStyle/>
        <a:p>
          <a:r>
            <a:rPr lang="fr-FR" dirty="0"/>
            <a:t>2h en classe entière ;</a:t>
          </a:r>
        </a:p>
      </dgm:t>
    </dgm:pt>
    <dgm:pt modelId="{BF49FD7C-8FA8-4747-A41A-10886A735E44}" type="parTrans" cxnId="{61BE4F50-DED2-43F9-8F12-376BD8F1CC81}">
      <dgm:prSet/>
      <dgm:spPr/>
      <dgm:t>
        <a:bodyPr/>
        <a:lstStyle/>
        <a:p>
          <a:endParaRPr lang="fr-FR"/>
        </a:p>
      </dgm:t>
    </dgm:pt>
    <dgm:pt modelId="{A0A3B941-1965-427C-AD3D-BB5198321DB3}" type="sibTrans" cxnId="{61BE4F50-DED2-43F9-8F12-376BD8F1CC81}">
      <dgm:prSet/>
      <dgm:spPr/>
      <dgm:t>
        <a:bodyPr/>
        <a:lstStyle/>
        <a:p>
          <a:endParaRPr lang="fr-FR"/>
        </a:p>
      </dgm:t>
    </dgm:pt>
    <dgm:pt modelId="{81EA81D2-55EF-4F14-904E-B8974ED31EF8}">
      <dgm:prSet phldrT="[Texte]" phldr="0"/>
      <dgm:spPr/>
      <dgm:t>
        <a:bodyPr/>
        <a:lstStyle/>
        <a:p>
          <a:r>
            <a:rPr lang="fr-FR" dirty="0"/>
            <a:t>Évaluation sur table</a:t>
          </a:r>
        </a:p>
      </dgm:t>
    </dgm:pt>
    <dgm:pt modelId="{116FF2D3-6893-46CD-A7A7-A50F66B8D584}" type="parTrans" cxnId="{9EAE1B32-2C41-4539-86F8-1F145E42130D}">
      <dgm:prSet/>
      <dgm:spPr/>
      <dgm:t>
        <a:bodyPr/>
        <a:lstStyle/>
        <a:p>
          <a:endParaRPr lang="fr-FR"/>
        </a:p>
      </dgm:t>
    </dgm:pt>
    <dgm:pt modelId="{8E7B761A-E1D1-4F20-B059-C4E2AE4E4B2A}" type="sibTrans" cxnId="{9EAE1B32-2C41-4539-86F8-1F145E42130D}">
      <dgm:prSet/>
      <dgm:spPr/>
      <dgm:t>
        <a:bodyPr/>
        <a:lstStyle/>
        <a:p>
          <a:endParaRPr lang="fr-FR"/>
        </a:p>
      </dgm:t>
    </dgm:pt>
    <dgm:pt modelId="{7978E696-5786-4587-A166-98BCB3060BE6}" type="pres">
      <dgm:prSet presAssocID="{4E2C18C7-0A2E-4DB8-AD33-1CE87470733E}" presName="linearFlow" presStyleCnt="0">
        <dgm:presLayoutVars>
          <dgm:dir/>
          <dgm:animLvl val="lvl"/>
          <dgm:resizeHandles val="exact"/>
        </dgm:presLayoutVars>
      </dgm:prSet>
      <dgm:spPr/>
    </dgm:pt>
    <dgm:pt modelId="{20C70A57-322F-4088-901D-AB6E4BE8ECAC}" type="pres">
      <dgm:prSet presAssocID="{399A791A-827D-4A5F-B0A3-8892BF3FC60F}" presName="composite" presStyleCnt="0"/>
      <dgm:spPr/>
    </dgm:pt>
    <dgm:pt modelId="{238A18F1-C312-489B-AB10-E09EE3F3EB52}" type="pres">
      <dgm:prSet presAssocID="{399A791A-827D-4A5F-B0A3-8892BF3FC60F}" presName="parentText" presStyleLbl="alignNode1" presStyleIdx="0" presStyleCnt="2" custLinFactNeighborX="676" custLinFactNeighborY="114">
        <dgm:presLayoutVars>
          <dgm:chMax val="1"/>
          <dgm:bulletEnabled val="1"/>
        </dgm:presLayoutVars>
      </dgm:prSet>
      <dgm:spPr/>
    </dgm:pt>
    <dgm:pt modelId="{7E01F5E3-52A2-4B5A-9693-0B9F3C411466}" type="pres">
      <dgm:prSet presAssocID="{399A791A-827D-4A5F-B0A3-8892BF3FC60F}" presName="descendantText" presStyleLbl="alignAcc1" presStyleIdx="0" presStyleCnt="2" custLinFactNeighborX="-135" custLinFactNeighborY="728">
        <dgm:presLayoutVars>
          <dgm:bulletEnabled val="1"/>
        </dgm:presLayoutVars>
      </dgm:prSet>
      <dgm:spPr/>
    </dgm:pt>
    <dgm:pt modelId="{D85E40C3-D329-469C-A312-B124769A3E1C}" type="pres">
      <dgm:prSet presAssocID="{EA7263C3-866E-4141-B2D9-44A5403A8135}" presName="sp" presStyleCnt="0"/>
      <dgm:spPr/>
    </dgm:pt>
    <dgm:pt modelId="{01765451-4D0A-4B3E-995F-6D098A4EC7C8}" type="pres">
      <dgm:prSet presAssocID="{1C7FC0E9-4F4C-4221-8C57-69F05E356682}" presName="composite" presStyleCnt="0"/>
      <dgm:spPr/>
    </dgm:pt>
    <dgm:pt modelId="{2D68B7E5-4E77-48D3-A9AA-AC927E106F52}" type="pres">
      <dgm:prSet presAssocID="{1C7FC0E9-4F4C-4221-8C57-69F05E356682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7BF25A70-6831-4C76-9C74-1758909D4FA9}" type="pres">
      <dgm:prSet presAssocID="{1C7FC0E9-4F4C-4221-8C57-69F05E356682}" presName="descendantText" presStyleLbl="alignAcc1" presStyleIdx="1" presStyleCnt="2" custLinFactNeighborX="-149" custLinFactNeighborY="494">
        <dgm:presLayoutVars>
          <dgm:bulletEnabled val="1"/>
        </dgm:presLayoutVars>
      </dgm:prSet>
      <dgm:spPr/>
    </dgm:pt>
  </dgm:ptLst>
  <dgm:cxnLst>
    <dgm:cxn modelId="{9EAE1B32-2C41-4539-86F8-1F145E42130D}" srcId="{1C7FC0E9-4F4C-4221-8C57-69F05E356682}" destId="{81EA81D2-55EF-4F14-904E-B8974ED31EF8}" srcOrd="1" destOrd="0" parTransId="{116FF2D3-6893-46CD-A7A7-A50F66B8D584}" sibTransId="{8E7B761A-E1D1-4F20-B059-C4E2AE4E4B2A}"/>
    <dgm:cxn modelId="{CD573542-248F-4D39-93F1-3233F08E811B}" type="presOf" srcId="{1C7FC0E9-4F4C-4221-8C57-69F05E356682}" destId="{2D68B7E5-4E77-48D3-A9AA-AC927E106F52}" srcOrd="0" destOrd="0" presId="urn:microsoft.com/office/officeart/2005/8/layout/chevron2"/>
    <dgm:cxn modelId="{D8C9AA6B-FD66-4A58-9E7C-6E8F9C4D7D22}" type="presOf" srcId="{81EA81D2-55EF-4F14-904E-B8974ED31EF8}" destId="{7BF25A70-6831-4C76-9C74-1758909D4FA9}" srcOrd="0" destOrd="1" presId="urn:microsoft.com/office/officeart/2005/8/layout/chevron2"/>
    <dgm:cxn modelId="{C61BA94C-68FD-4720-AC19-FCFC99FAF065}" type="presOf" srcId="{5111A7F9-53B4-42C7-85D6-2D92F9BE2E1F}" destId="{7BF25A70-6831-4C76-9C74-1758909D4FA9}" srcOrd="0" destOrd="0" presId="urn:microsoft.com/office/officeart/2005/8/layout/chevron2"/>
    <dgm:cxn modelId="{61BE4F50-DED2-43F9-8F12-376BD8F1CC81}" srcId="{1C7FC0E9-4F4C-4221-8C57-69F05E356682}" destId="{5111A7F9-53B4-42C7-85D6-2D92F9BE2E1F}" srcOrd="0" destOrd="0" parTransId="{BF49FD7C-8FA8-4747-A41A-10886A735E44}" sibTransId="{A0A3B941-1965-427C-AD3D-BB5198321DB3}"/>
    <dgm:cxn modelId="{5B0D1256-F830-48C2-A8D0-72D1E481FA53}" type="presOf" srcId="{4E2C18C7-0A2E-4DB8-AD33-1CE87470733E}" destId="{7978E696-5786-4587-A166-98BCB3060BE6}" srcOrd="0" destOrd="0" presId="urn:microsoft.com/office/officeart/2005/8/layout/chevron2"/>
    <dgm:cxn modelId="{B293FD90-ADFE-43FF-A378-EDEA5117FB0B}" srcId="{399A791A-827D-4A5F-B0A3-8892BF3FC60F}" destId="{3AEB2310-5CF9-4C01-9247-F5896B63E4CE}" srcOrd="0" destOrd="0" parTransId="{298177CF-B2B8-4F5B-889F-BF48FBC3A77C}" sibTransId="{DB6FFC30-DDCA-4BE6-89CC-90E7E4513A92}"/>
    <dgm:cxn modelId="{C036C095-9350-4FE5-A7B8-47CA7175B6F6}" srcId="{399A791A-827D-4A5F-B0A3-8892BF3FC60F}" destId="{8748B15E-8FC2-463D-8A25-E2143E4FE489}" srcOrd="1" destOrd="0" parTransId="{C28AB027-B06C-41C0-8419-87A8F4232EB1}" sibTransId="{AFEC3BFE-198E-46A6-BFDE-55D0B5407BC4}"/>
    <dgm:cxn modelId="{A021DAA1-A551-40E6-A12B-E5F7B0F84CC2}" type="presOf" srcId="{8748B15E-8FC2-463D-8A25-E2143E4FE489}" destId="{7E01F5E3-52A2-4B5A-9693-0B9F3C411466}" srcOrd="0" destOrd="1" presId="urn:microsoft.com/office/officeart/2005/8/layout/chevron2"/>
    <dgm:cxn modelId="{9651EDCB-38FA-441A-9226-E1502F37880D}" type="presOf" srcId="{399A791A-827D-4A5F-B0A3-8892BF3FC60F}" destId="{238A18F1-C312-489B-AB10-E09EE3F3EB52}" srcOrd="0" destOrd="0" presId="urn:microsoft.com/office/officeart/2005/8/layout/chevron2"/>
    <dgm:cxn modelId="{479E8AD5-C2F6-495A-8BB0-7D4D319337FA}" type="presOf" srcId="{3AEB2310-5CF9-4C01-9247-F5896B63E4CE}" destId="{7E01F5E3-52A2-4B5A-9693-0B9F3C411466}" srcOrd="0" destOrd="0" presId="urn:microsoft.com/office/officeart/2005/8/layout/chevron2"/>
    <dgm:cxn modelId="{28ED7ADC-4ED5-497C-ACC2-3C81778B1EB7}" srcId="{4E2C18C7-0A2E-4DB8-AD33-1CE87470733E}" destId="{399A791A-827D-4A5F-B0A3-8892BF3FC60F}" srcOrd="0" destOrd="0" parTransId="{631A6993-AC7D-4F0C-942F-EE216CAD9BA3}" sibTransId="{EA7263C3-866E-4141-B2D9-44A5403A8135}"/>
    <dgm:cxn modelId="{4C0ADBDD-6B17-49D2-A845-FE793148636E}" srcId="{4E2C18C7-0A2E-4DB8-AD33-1CE87470733E}" destId="{1C7FC0E9-4F4C-4221-8C57-69F05E356682}" srcOrd="1" destOrd="0" parTransId="{1FE8A87D-BBCB-470B-9CCA-4522342390CE}" sibTransId="{5FCE5339-32A5-427F-8084-1556A5516ACD}"/>
    <dgm:cxn modelId="{2B79BAB3-340B-4E9E-918E-DD2C11218CC9}" type="presParOf" srcId="{7978E696-5786-4587-A166-98BCB3060BE6}" destId="{20C70A57-322F-4088-901D-AB6E4BE8ECAC}" srcOrd="0" destOrd="0" presId="urn:microsoft.com/office/officeart/2005/8/layout/chevron2"/>
    <dgm:cxn modelId="{D714B16F-1919-4083-87BA-200826E28F47}" type="presParOf" srcId="{20C70A57-322F-4088-901D-AB6E4BE8ECAC}" destId="{238A18F1-C312-489B-AB10-E09EE3F3EB52}" srcOrd="0" destOrd="0" presId="urn:microsoft.com/office/officeart/2005/8/layout/chevron2"/>
    <dgm:cxn modelId="{E3B50337-AB41-4673-9F86-E8A2AB0DE56F}" type="presParOf" srcId="{20C70A57-322F-4088-901D-AB6E4BE8ECAC}" destId="{7E01F5E3-52A2-4B5A-9693-0B9F3C411466}" srcOrd="1" destOrd="0" presId="urn:microsoft.com/office/officeart/2005/8/layout/chevron2"/>
    <dgm:cxn modelId="{4AB07C8B-94B3-48C0-B8E0-61CDD37DD45C}" type="presParOf" srcId="{7978E696-5786-4587-A166-98BCB3060BE6}" destId="{D85E40C3-D329-469C-A312-B124769A3E1C}" srcOrd="1" destOrd="0" presId="urn:microsoft.com/office/officeart/2005/8/layout/chevron2"/>
    <dgm:cxn modelId="{DDB6B1BD-FC30-4011-AFF7-5F9421D27269}" type="presParOf" srcId="{7978E696-5786-4587-A166-98BCB3060BE6}" destId="{01765451-4D0A-4B3E-995F-6D098A4EC7C8}" srcOrd="2" destOrd="0" presId="urn:microsoft.com/office/officeart/2005/8/layout/chevron2"/>
    <dgm:cxn modelId="{5F753CED-2B45-4EB9-80EC-A5AFB0E290DA}" type="presParOf" srcId="{01765451-4D0A-4B3E-995F-6D098A4EC7C8}" destId="{2D68B7E5-4E77-48D3-A9AA-AC927E106F52}" srcOrd="0" destOrd="0" presId="urn:microsoft.com/office/officeart/2005/8/layout/chevron2"/>
    <dgm:cxn modelId="{49CB0A6F-2ECB-4694-AAAE-B9135658FDF5}" type="presParOf" srcId="{01765451-4D0A-4B3E-995F-6D098A4EC7C8}" destId="{7BF25A70-6831-4C76-9C74-1758909D4FA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A18F1-C312-489B-AB10-E09EE3F3EB52}">
      <dsp:nvSpPr>
        <dsp:cNvPr id="0" name=""/>
        <dsp:cNvSpPr/>
      </dsp:nvSpPr>
      <dsp:spPr>
        <a:xfrm rot="5400000">
          <a:off x="-353806" y="371090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1</a:t>
          </a:r>
        </a:p>
      </dsp:txBody>
      <dsp:txXfrm rot="-5400000">
        <a:off x="11526" y="858200"/>
        <a:ext cx="1704881" cy="730663"/>
      </dsp:txXfrm>
    </dsp:sp>
    <dsp:sp modelId="{7E01F5E3-52A2-4B5A-9693-0B9F3C411466}">
      <dsp:nvSpPr>
        <dsp:cNvPr id="0" name=""/>
        <dsp:cNvSpPr/>
      </dsp:nvSpPr>
      <dsp:spPr>
        <a:xfrm rot="5400000">
          <a:off x="3632387" y="-1920359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4h de Cours/TP en demi-groupe ;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TP Matlab sur un asservissement en température, mise en contexte de l’importance de l’asservissement.</a:t>
          </a:r>
        </a:p>
      </dsp:txBody>
      <dsp:txXfrm rot="-5400000">
        <a:off x="1697520" y="91789"/>
        <a:ext cx="5375557" cy="1428541"/>
      </dsp:txXfrm>
    </dsp:sp>
    <dsp:sp modelId="{2D68B7E5-4E77-48D3-A9AA-AC927E106F52}">
      <dsp:nvSpPr>
        <dsp:cNvPr id="0" name=""/>
        <dsp:cNvSpPr/>
      </dsp:nvSpPr>
      <dsp:spPr>
        <a:xfrm rot="5400000">
          <a:off x="-365331" y="2519801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2</a:t>
          </a:r>
        </a:p>
      </dsp:txBody>
      <dsp:txXfrm rot="-5400000">
        <a:off x="1" y="3006911"/>
        <a:ext cx="1704881" cy="730663"/>
      </dsp:txXfrm>
    </dsp:sp>
    <dsp:sp modelId="{7BF25A70-6831-4C76-9C74-1758909D4FA9}">
      <dsp:nvSpPr>
        <dsp:cNvPr id="0" name=""/>
        <dsp:cNvSpPr/>
      </dsp:nvSpPr>
      <dsp:spPr>
        <a:xfrm rot="5400000">
          <a:off x="3631623" y="227423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2h de cours / TD en classe entière ;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1</a:t>
          </a:r>
          <a:r>
            <a:rPr lang="fr-FR" sz="2300" kern="1200" baseline="30000" dirty="0"/>
            <a:t>er</a:t>
          </a:r>
          <a:r>
            <a:rPr lang="fr-FR" sz="2300" kern="1200" dirty="0"/>
            <a:t> ordre : dépassement ; t95% ; mise en équation, ... ;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Trace écrite.</a:t>
          </a:r>
        </a:p>
      </dsp:txBody>
      <dsp:txXfrm rot="-5400000">
        <a:off x="1696756" y="2239572"/>
        <a:ext cx="5375557" cy="1428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A18F1-C312-489B-AB10-E09EE3F3EB52}">
      <dsp:nvSpPr>
        <dsp:cNvPr id="0" name=""/>
        <dsp:cNvSpPr/>
      </dsp:nvSpPr>
      <dsp:spPr>
        <a:xfrm rot="5400000">
          <a:off x="-353806" y="371090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3</a:t>
          </a:r>
        </a:p>
      </dsp:txBody>
      <dsp:txXfrm rot="-5400000">
        <a:off x="11526" y="858200"/>
        <a:ext cx="1704881" cy="730663"/>
      </dsp:txXfrm>
    </dsp:sp>
    <dsp:sp modelId="{7E01F5E3-52A2-4B5A-9693-0B9F3C411466}">
      <dsp:nvSpPr>
        <dsp:cNvPr id="0" name=""/>
        <dsp:cNvSpPr/>
      </dsp:nvSpPr>
      <dsp:spPr>
        <a:xfrm rot="5400000">
          <a:off x="3632387" y="-1920359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4h en demi-groupe 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TD/TP Matlab premier ordre et second ordre 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Evaluation formative 30 min en fin de séance.</a:t>
          </a:r>
        </a:p>
      </dsp:txBody>
      <dsp:txXfrm rot="-5400000">
        <a:off x="1697520" y="91789"/>
        <a:ext cx="5375557" cy="1428541"/>
      </dsp:txXfrm>
    </dsp:sp>
    <dsp:sp modelId="{2D68B7E5-4E77-48D3-A9AA-AC927E106F52}">
      <dsp:nvSpPr>
        <dsp:cNvPr id="0" name=""/>
        <dsp:cNvSpPr/>
      </dsp:nvSpPr>
      <dsp:spPr>
        <a:xfrm rot="5400000">
          <a:off x="-365331" y="2519801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4</a:t>
          </a:r>
        </a:p>
      </dsp:txBody>
      <dsp:txXfrm rot="-5400000">
        <a:off x="1" y="3006911"/>
        <a:ext cx="1704881" cy="730663"/>
      </dsp:txXfrm>
    </dsp:sp>
    <dsp:sp modelId="{7BF25A70-6831-4C76-9C74-1758909D4FA9}">
      <dsp:nvSpPr>
        <dsp:cNvPr id="0" name=""/>
        <dsp:cNvSpPr/>
      </dsp:nvSpPr>
      <dsp:spPr>
        <a:xfrm rot="5400000">
          <a:off x="3631623" y="227423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2h en classe entière 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 dirty="0"/>
            <a:t>Remédiation et revue des notions ; généralement mal comprises.</a:t>
          </a:r>
        </a:p>
      </dsp:txBody>
      <dsp:txXfrm rot="-5400000">
        <a:off x="1696756" y="2239572"/>
        <a:ext cx="5375557" cy="14285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A18F1-C312-489B-AB10-E09EE3F3EB52}">
      <dsp:nvSpPr>
        <dsp:cNvPr id="0" name=""/>
        <dsp:cNvSpPr/>
      </dsp:nvSpPr>
      <dsp:spPr>
        <a:xfrm rot="5400000">
          <a:off x="-353806" y="371090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5</a:t>
          </a:r>
        </a:p>
      </dsp:txBody>
      <dsp:txXfrm rot="-5400000">
        <a:off x="11526" y="858200"/>
        <a:ext cx="1704881" cy="730663"/>
      </dsp:txXfrm>
    </dsp:sp>
    <dsp:sp modelId="{7E01F5E3-52A2-4B5A-9693-0B9F3C411466}">
      <dsp:nvSpPr>
        <dsp:cNvPr id="0" name=""/>
        <dsp:cNvSpPr/>
      </dsp:nvSpPr>
      <dsp:spPr>
        <a:xfrm rot="5400000">
          <a:off x="3632387" y="-1920359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100" kern="1200" dirty="0"/>
            <a:t>4h de TP en demi-groupe ;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100" kern="1200" dirty="0"/>
            <a:t>SCE sur système asservis.</a:t>
          </a:r>
        </a:p>
      </dsp:txBody>
      <dsp:txXfrm rot="-5400000">
        <a:off x="1697520" y="91789"/>
        <a:ext cx="5375557" cy="1428541"/>
      </dsp:txXfrm>
    </dsp:sp>
    <dsp:sp modelId="{2D68B7E5-4E77-48D3-A9AA-AC927E106F52}">
      <dsp:nvSpPr>
        <dsp:cNvPr id="0" name=""/>
        <dsp:cNvSpPr/>
      </dsp:nvSpPr>
      <dsp:spPr>
        <a:xfrm rot="5400000">
          <a:off x="-365331" y="2519801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6</a:t>
          </a:r>
        </a:p>
      </dsp:txBody>
      <dsp:txXfrm rot="-5400000">
        <a:off x="1" y="3006911"/>
        <a:ext cx="1704881" cy="730663"/>
      </dsp:txXfrm>
    </dsp:sp>
    <dsp:sp modelId="{7BF25A70-6831-4C76-9C74-1758909D4FA9}">
      <dsp:nvSpPr>
        <dsp:cNvPr id="0" name=""/>
        <dsp:cNvSpPr/>
      </dsp:nvSpPr>
      <dsp:spPr>
        <a:xfrm rot="5400000">
          <a:off x="3631623" y="227423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100" kern="1200" dirty="0"/>
            <a:t>2h en classe entière ;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100" kern="1200" dirty="0"/>
            <a:t>QCM et cours TD en vue du DS.</a:t>
          </a:r>
        </a:p>
      </dsp:txBody>
      <dsp:txXfrm rot="-5400000">
        <a:off x="1696756" y="2239572"/>
        <a:ext cx="5375557" cy="1428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A18F1-C312-489B-AB10-E09EE3F3EB52}">
      <dsp:nvSpPr>
        <dsp:cNvPr id="0" name=""/>
        <dsp:cNvSpPr/>
      </dsp:nvSpPr>
      <dsp:spPr>
        <a:xfrm rot="5400000">
          <a:off x="-353806" y="371090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7</a:t>
          </a:r>
        </a:p>
      </dsp:txBody>
      <dsp:txXfrm rot="-5400000">
        <a:off x="11526" y="858200"/>
        <a:ext cx="1704881" cy="730663"/>
      </dsp:txXfrm>
    </dsp:sp>
    <dsp:sp modelId="{7E01F5E3-52A2-4B5A-9693-0B9F3C411466}">
      <dsp:nvSpPr>
        <dsp:cNvPr id="0" name=""/>
        <dsp:cNvSpPr/>
      </dsp:nvSpPr>
      <dsp:spPr>
        <a:xfrm rot="5400000">
          <a:off x="3632387" y="-1920359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500" kern="1200" dirty="0"/>
            <a:t>4h de TP en demi-groupe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500" kern="1200" dirty="0"/>
            <a:t>Présentation par groupe</a:t>
          </a:r>
        </a:p>
      </dsp:txBody>
      <dsp:txXfrm rot="-5400000">
        <a:off x="1697520" y="91789"/>
        <a:ext cx="5375557" cy="1428541"/>
      </dsp:txXfrm>
    </dsp:sp>
    <dsp:sp modelId="{2D68B7E5-4E77-48D3-A9AA-AC927E106F52}">
      <dsp:nvSpPr>
        <dsp:cNvPr id="0" name=""/>
        <dsp:cNvSpPr/>
      </dsp:nvSpPr>
      <dsp:spPr>
        <a:xfrm rot="5400000">
          <a:off x="-365331" y="2519801"/>
          <a:ext cx="2435544" cy="170488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Séance 8</a:t>
          </a:r>
        </a:p>
      </dsp:txBody>
      <dsp:txXfrm rot="-5400000">
        <a:off x="1" y="3006911"/>
        <a:ext cx="1704881" cy="730663"/>
      </dsp:txXfrm>
    </dsp:sp>
    <dsp:sp modelId="{7BF25A70-6831-4C76-9C74-1758909D4FA9}">
      <dsp:nvSpPr>
        <dsp:cNvPr id="0" name=""/>
        <dsp:cNvSpPr/>
      </dsp:nvSpPr>
      <dsp:spPr>
        <a:xfrm rot="5400000">
          <a:off x="3631623" y="227423"/>
          <a:ext cx="1583103" cy="54528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500" kern="1200" dirty="0"/>
            <a:t>2h en classe entière ;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500" kern="1200" dirty="0"/>
            <a:t>Évaluation sur table</a:t>
          </a:r>
        </a:p>
      </dsp:txBody>
      <dsp:txXfrm rot="-5400000">
        <a:off x="1696756" y="2239572"/>
        <a:ext cx="5375557" cy="1428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F7D3DE-B5C5-3715-C852-8B141B5F3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113F44B-6D45-BCEC-6E7C-F691AAFEC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1285EF-4383-9FAC-B4DC-D39BD74D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6BCD91-BE58-F3A4-3B7D-457A62F4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440854-1A51-EC28-51C2-847357B0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10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2E5581-119B-8829-6895-8625C0F7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87D0A0-B1E0-4B47-BFC4-EF0CC9E77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91F703-CE99-CE49-75C6-C6482EB6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0F933D-BCA1-5632-7154-96575E19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15C739-E613-3EC8-8606-60D22F30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0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9F413-4661-4B7B-8490-0814C548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348834-2E90-E60D-8184-2ADB9BDAE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28A03E-40CD-6856-C6FF-6CEC6EE5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02F86-3854-E3C8-2F1F-01B18D3B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0479CF-21C5-6612-14A4-CDD494B2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00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C74D5-9418-69FA-121E-D3173634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6E4BE3-0075-6B13-5113-B5D349F81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AF8C46-5240-1231-AC98-DA867E16A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F3B350-2690-C374-A30A-A044229E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E2C86C-BBD5-8254-5FAE-C47F44A7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1C2490-87D9-89AF-6E9E-C829D3B9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58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B6D56D-2D05-6B7A-6DF9-0594E670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A0DEE0-E5E6-ADDB-6C73-6C7A058CE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3C84558-0955-43A9-CECD-5B6B961F1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52176B-F2AA-8C5B-6FC0-380229B7D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70E5AE-2979-B0A6-C125-0D219368F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9CDE7E1-959B-B443-7C62-B551B971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C98C7F-980D-9F8D-66AB-779F464C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7CF19E-D3B7-290F-5716-F316354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43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1FEEFA-3437-926D-D436-6AEF6DA67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51261F-2548-40F2-C96C-CF25CCCA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EDC1F1-6D6E-F1C2-76FB-114D8D95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A14A84-64D1-FCED-51A5-44CCCEDA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9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2587E8-9390-E88E-721A-C21DFAE4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E7A2C2-CD5E-0EB9-B857-E1BBDB3A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DAA2CF-66C8-6CA6-E03A-6A829A07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82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7B7FA4-4927-B801-C97B-E15AAEF1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394327-B482-2832-5D37-A6384E3B5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F5CBF8-BF78-88E8-2450-1557F687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1D0A28-F136-9825-F65B-983B5840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48B5D5-FF46-4FA2-0EF9-413F81AC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1EB5F3-C98E-C0E1-BE44-15570A7C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44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FE432-5A57-895D-6CE4-70A878DEF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E96D0A-F70C-92F6-A6E9-1D8803D98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88F9FE-327F-13A4-199F-1A1FDA4D8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7FB156-4297-CDB7-F9E1-9E97AB62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775BF5-5A2A-3EED-0BC9-9186724D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D474BA-18C8-6C69-83E7-27AA7DD9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52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B9F995-38D4-301D-E55E-BE334B0C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9B02B1-7F83-C7C3-AEC5-B8325248C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969134-CEC4-F119-35E6-31658C57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C301D-C60A-996B-F8FC-173CDF59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50E6FB-8AEC-3C49-0E1B-EA824083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577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5890A4-09CE-A40B-CE8C-79FC451AC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69A776-AB95-516C-7B29-1D1758569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1479B9-03C8-8E43-FB36-157B29E6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E0F2AB-1973-F41E-8857-680B80F9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BC407C-980A-CA6B-CE02-1CD60D15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27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5049B09-1995-DDB5-0123-01C16EFC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A8ADEB-8136-1A26-FA5B-FD072C738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DC6F81-A57D-E04D-3D31-3FF35406B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0DA6E-6E40-4964-A763-D45E92E755B5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8554D2-8DFA-C4A6-64E9-7E0E4692A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22A4B3-1A1F-3A76-3BDA-E14144115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98D27-BBDB-4580-B0FB-61E4B07E2F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500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B25788-59D4-24FE-8006-C2FF4265A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9443"/>
            <a:ext cx="9144000" cy="904557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L’Homme augmenté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F1E5BF-2A20-2822-5A7D-F8AA0A70F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753" y="2947525"/>
            <a:ext cx="4057872" cy="335321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12745C2-76C2-4843-F018-7A4CFF19E7A6}"/>
              </a:ext>
            </a:extLst>
          </p:cNvPr>
          <p:cNvSpPr txBox="1"/>
          <p:nvPr/>
        </p:nvSpPr>
        <p:spPr>
          <a:xfrm>
            <a:off x="495300" y="5654406"/>
            <a:ext cx="321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Jolan THIERRY </a:t>
            </a:r>
          </a:p>
          <a:p>
            <a:r>
              <a:rPr lang="fr-FR" dirty="0"/>
              <a:t>N° candidat : 24112511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93A108-6AFF-0459-B7FE-2C9235CE02E2}"/>
              </a:ext>
            </a:extLst>
          </p:cNvPr>
          <p:cNvSpPr txBox="1"/>
          <p:nvPr/>
        </p:nvSpPr>
        <p:spPr>
          <a:xfrm>
            <a:off x="5112798" y="6233744"/>
            <a:ext cx="321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Comax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3AE3117-D6FB-0516-8172-A0F7E39E3FB0}"/>
              </a:ext>
            </a:extLst>
          </p:cNvPr>
          <p:cNvSpPr txBox="1"/>
          <p:nvPr/>
        </p:nvSpPr>
        <p:spPr>
          <a:xfrm>
            <a:off x="3710940" y="1774097"/>
            <a:ext cx="4257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Séquence pédagogique sur l’asservissement</a:t>
            </a:r>
          </a:p>
          <a:p>
            <a:pPr algn="ctr"/>
            <a:r>
              <a:rPr lang="fr-FR" dirty="0"/>
              <a:t>Terminale SI</a:t>
            </a:r>
          </a:p>
        </p:txBody>
      </p:sp>
    </p:spTree>
    <p:extLst>
      <p:ext uri="{BB962C8B-B14F-4D97-AF65-F5344CB8AC3E}">
        <p14:creationId xmlns:p14="http://schemas.microsoft.com/office/powerpoint/2010/main" val="282666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74C9EA-DE9B-80B2-AB15-1EA0306D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786CED-7433-13ED-2CB2-1E0979C60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Terminale SI ;</a:t>
            </a:r>
          </a:p>
          <a:p>
            <a:r>
              <a:rPr lang="fr-FR" dirty="0"/>
              <a:t>36 élèves en classe entière ;</a:t>
            </a:r>
          </a:p>
          <a:p>
            <a:r>
              <a:rPr lang="fr-FR" dirty="0"/>
              <a:t>6h/semaine ;</a:t>
            </a:r>
          </a:p>
          <a:p>
            <a:r>
              <a:rPr lang="fr-FR" dirty="0"/>
              <a:t>Séquence sur 4 semaines (24h) ;</a:t>
            </a:r>
          </a:p>
          <a:p>
            <a:r>
              <a:rPr lang="fr-FR" dirty="0"/>
              <a:t>Supports pédagogiques : </a:t>
            </a:r>
            <a:r>
              <a:rPr lang="fr-FR" dirty="0" err="1"/>
              <a:t>Control’X</a:t>
            </a:r>
            <a:r>
              <a:rPr lang="fr-FR" dirty="0"/>
              <a:t>, </a:t>
            </a:r>
            <a:r>
              <a:rPr lang="fr-FR" dirty="0" err="1"/>
              <a:t>Maxpid</a:t>
            </a:r>
            <a:r>
              <a:rPr lang="fr-FR" dirty="0"/>
              <a:t>, </a:t>
            </a:r>
            <a:r>
              <a:rPr lang="fr-FR" dirty="0" err="1"/>
              <a:t>Comax</a:t>
            </a:r>
            <a:r>
              <a:rPr lang="fr-FR" dirty="0"/>
              <a:t>, VMC, four ;</a:t>
            </a:r>
          </a:p>
          <a:p>
            <a:r>
              <a:rPr lang="fr-FR" dirty="0"/>
              <a:t>Séquence située en fin d’année de Terminale.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439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31B31-1451-7182-4A2F-D0DC166F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Hypothèses : possibilité de demi-groupe : </a:t>
            </a:r>
          </a:p>
          <a:p>
            <a:r>
              <a:rPr lang="fr-FR" dirty="0"/>
              <a:t>2h/semaine en classe entière ;</a:t>
            </a:r>
          </a:p>
          <a:p>
            <a:r>
              <a:rPr lang="fr-FR" dirty="0"/>
              <a:t>4h/semaine en demi-groupe ;</a:t>
            </a:r>
          </a:p>
          <a:p>
            <a:pPr marL="0" indent="0">
              <a:buNone/>
            </a:pPr>
            <a:r>
              <a:rPr lang="fr-FR" dirty="0"/>
              <a:t>La séquence contiendra : </a:t>
            </a:r>
          </a:p>
          <a:p>
            <a:r>
              <a:rPr lang="fr-FR" dirty="0"/>
              <a:t>Des SCE ;</a:t>
            </a:r>
          </a:p>
          <a:p>
            <a:r>
              <a:rPr lang="fr-FR" dirty="0"/>
              <a:t>Des TD ;</a:t>
            </a:r>
          </a:p>
          <a:p>
            <a:r>
              <a:rPr lang="fr-FR" dirty="0"/>
              <a:t>Des cours ;</a:t>
            </a:r>
          </a:p>
          <a:p>
            <a:r>
              <a:rPr lang="fr-FR" dirty="0"/>
              <a:t>Une évaluation sur table ;</a:t>
            </a:r>
          </a:p>
          <a:p>
            <a:r>
              <a:rPr lang="fr-FR" dirty="0"/>
              <a:t>Une présentation orale.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71E8AF6-5187-E6F8-07A8-767BF9CFA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Modalités</a:t>
            </a:r>
          </a:p>
        </p:txBody>
      </p:sp>
    </p:spTree>
    <p:extLst>
      <p:ext uri="{BB962C8B-B14F-4D97-AF65-F5344CB8AC3E}">
        <p14:creationId xmlns:p14="http://schemas.microsoft.com/office/powerpoint/2010/main" val="417062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95B4F4-242C-6332-9BD2-68307283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Compétences/connaissances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EC633C8-0C89-F85F-107E-348C69CDE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83" y="1937164"/>
            <a:ext cx="5763429" cy="68589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B1D768C-11DB-3692-8709-A037F173C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"/>
          <a:stretch>
            <a:fillRect/>
          </a:stretch>
        </p:blipFill>
        <p:spPr>
          <a:xfrm>
            <a:off x="1515794" y="2783798"/>
            <a:ext cx="5753904" cy="7430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5AFED67-AAE4-0044-85F2-E8A00B85C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499" y="4715355"/>
            <a:ext cx="5753903" cy="67636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C9ECC1-D570-8DEC-69E4-69C0DC152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"/>
          <a:stretch>
            <a:fillRect/>
          </a:stretch>
        </p:blipFill>
        <p:spPr>
          <a:xfrm>
            <a:off x="1515794" y="3792445"/>
            <a:ext cx="5753904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9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1853-722A-B7CF-7DE2-50E27C81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5EE78-F5B4-F165-5B90-836481EA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E641E1-697B-B737-23FE-127DED58780A}"/>
              </a:ext>
            </a:extLst>
          </p:cNvPr>
          <p:cNvSpPr txBox="1"/>
          <p:nvPr/>
        </p:nvSpPr>
        <p:spPr>
          <a:xfrm>
            <a:off x="1493520" y="2034539"/>
            <a:ext cx="6088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Capteurs, composants d’une chaine d’acquisition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Outils d’ingénierie système : analyse structurelle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338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B571-DE7B-674B-561F-FA0282BD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1F16C-166B-B1C4-2A61-084941A1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566943"/>
            <a:ext cx="8744712" cy="803705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Déroulé de la séquence : Semaine 1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B3DDA6A0-F866-43DA-3106-3AD401A05D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6236520"/>
              </p:ext>
            </p:extLst>
          </p:nvPr>
        </p:nvGraphicFramePr>
        <p:xfrm>
          <a:off x="1949704" y="1545336"/>
          <a:ext cx="7157720" cy="459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BD1A10F8-81FE-F1AE-6F48-8411BC62FA1F}"/>
              </a:ext>
            </a:extLst>
          </p:cNvPr>
          <p:cNvSpPr txBox="1"/>
          <p:nvPr/>
        </p:nvSpPr>
        <p:spPr>
          <a:xfrm>
            <a:off x="9262872" y="4325112"/>
            <a:ext cx="252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Support : Bras robotisé</a:t>
            </a:r>
          </a:p>
        </p:txBody>
      </p:sp>
    </p:spTree>
    <p:extLst>
      <p:ext uri="{BB962C8B-B14F-4D97-AF65-F5344CB8AC3E}">
        <p14:creationId xmlns:p14="http://schemas.microsoft.com/office/powerpoint/2010/main" val="65175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68FF-68E0-5CB7-EF3B-825CAE37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FA9659-34CA-2029-1F83-463FC4FF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566943"/>
            <a:ext cx="8744712" cy="803705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Déroulé de la séquence : Semaine 2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DBEDC6A7-456F-6D86-B45D-D9B9F4A74F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0594633"/>
              </p:ext>
            </p:extLst>
          </p:nvPr>
        </p:nvGraphicFramePr>
        <p:xfrm>
          <a:off x="1949704" y="1545336"/>
          <a:ext cx="7157720" cy="459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22D927BA-DC06-B8B0-8BEB-1932CB1FA0F7}"/>
              </a:ext>
            </a:extLst>
          </p:cNvPr>
          <p:cNvSpPr txBox="1"/>
          <p:nvPr/>
        </p:nvSpPr>
        <p:spPr>
          <a:xfrm>
            <a:off x="9445752" y="1883664"/>
            <a:ext cx="193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Contexte : Exosquelette</a:t>
            </a:r>
          </a:p>
        </p:txBody>
      </p:sp>
    </p:spTree>
    <p:extLst>
      <p:ext uri="{BB962C8B-B14F-4D97-AF65-F5344CB8AC3E}">
        <p14:creationId xmlns:p14="http://schemas.microsoft.com/office/powerpoint/2010/main" val="253239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B470-97C6-5EB1-3A1C-4E414712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8F288-10FF-76A1-F51E-706A4815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566943"/>
            <a:ext cx="8744712" cy="803705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Déroulé de la séquence : Semaine 3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3FE3B1F4-B994-5CC3-8251-1B1493A32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0479657"/>
              </p:ext>
            </p:extLst>
          </p:nvPr>
        </p:nvGraphicFramePr>
        <p:xfrm>
          <a:off x="1949704" y="1545336"/>
          <a:ext cx="7157720" cy="459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497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5BF-CE2E-4959-C85D-1BE9FD57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896514-D042-773A-C398-4E04CEFB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566943"/>
            <a:ext cx="8744712" cy="803705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Déroulé de la séquence : Semaine 4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A18D498C-18BE-C607-D995-00B44B9606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3913637"/>
              </p:ext>
            </p:extLst>
          </p:nvPr>
        </p:nvGraphicFramePr>
        <p:xfrm>
          <a:off x="1949704" y="1545336"/>
          <a:ext cx="7157720" cy="459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790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40512-8387-BF98-4D36-0FC68BE9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00DE13-20D5-2342-FDA0-74D38F1A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Présentation du système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630668-FE1B-311C-06C0-5BA0A829A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709" y="1893521"/>
            <a:ext cx="5699091" cy="430725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B7DB17-EA83-8E40-7591-10AF6B21C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" y="2287841"/>
            <a:ext cx="4533900" cy="37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9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7C13-E51A-C58E-0DB7-7B380F4E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08191-DC57-A968-926E-9F7084D47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Potentialités didactiques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2BEC5B-508E-500D-F63A-E11B78E29843}"/>
              </a:ext>
            </a:extLst>
          </p:cNvPr>
          <p:cNvSpPr txBox="1"/>
          <p:nvPr/>
        </p:nvSpPr>
        <p:spPr>
          <a:xfrm>
            <a:off x="1200150" y="1990725"/>
            <a:ext cx="9277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Analyse système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Capteurs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Asservissement : Matlab + interface </a:t>
            </a:r>
            <a:r>
              <a:rPr lang="fr-FR" dirty="0" err="1"/>
              <a:t>Comax</a:t>
            </a:r>
            <a:r>
              <a:rPr lang="fr-FR" dirty="0"/>
              <a:t>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Transmission de puissance (moteur /pignon </a:t>
            </a:r>
            <a:r>
              <a:rPr lang="fr-FR" dirty="0" err="1"/>
              <a:t>cremaillere</a:t>
            </a:r>
            <a:r>
              <a:rPr lang="fr-FR" dirty="0"/>
              <a:t>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Expérimentation.</a:t>
            </a:r>
          </a:p>
        </p:txBody>
      </p:sp>
    </p:spTree>
    <p:extLst>
      <p:ext uri="{BB962C8B-B14F-4D97-AF65-F5344CB8AC3E}">
        <p14:creationId xmlns:p14="http://schemas.microsoft.com/office/powerpoint/2010/main" val="228666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84C80-CA40-EBEC-174D-CA4F6EBD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A37F43-CB7C-AB89-5010-1656B9F8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modalités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D80FF9-74A4-E395-246B-66F0F351087B}"/>
              </a:ext>
            </a:extLst>
          </p:cNvPr>
          <p:cNvSpPr txBox="1"/>
          <p:nvPr/>
        </p:nvSpPr>
        <p:spPr>
          <a:xfrm>
            <a:off x="1120140" y="2004060"/>
            <a:ext cx="9273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En demi-groupe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Par groupe de 3-4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Maquette disponible : </a:t>
            </a:r>
            <a:r>
              <a:rPr lang="fr-FR" dirty="0" err="1"/>
              <a:t>Comax</a:t>
            </a:r>
            <a:r>
              <a:rPr lang="fr-FR" dirty="0"/>
              <a:t> ; </a:t>
            </a:r>
            <a:r>
              <a:rPr lang="fr-FR" dirty="0" err="1"/>
              <a:t>Maxpid</a:t>
            </a:r>
            <a:r>
              <a:rPr lang="fr-FR" dirty="0"/>
              <a:t> ; Control X ; VMC Double flux ; Four.</a:t>
            </a:r>
          </a:p>
        </p:txBody>
      </p:sp>
    </p:spTree>
    <p:extLst>
      <p:ext uri="{BB962C8B-B14F-4D97-AF65-F5344CB8AC3E}">
        <p14:creationId xmlns:p14="http://schemas.microsoft.com/office/powerpoint/2010/main" val="333205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6762-5A72-78E4-6FD5-B1D638B2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BA2AD-531A-6A1A-0A37-CC004215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474D864-8C5C-D570-52B9-D86EA8AC4B45}"/>
              </a:ext>
            </a:extLst>
          </p:cNvPr>
          <p:cNvSpPr txBox="1"/>
          <p:nvPr/>
        </p:nvSpPr>
        <p:spPr>
          <a:xfrm>
            <a:off x="838200" y="1859339"/>
            <a:ext cx="3794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Analyse du système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 l’aide de la documentation, expliquer à quoi sert ce système.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Quel est l’actionneur ici 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Comment la transmission de puissance est elle effectuée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Quels sont les capteurs dans le système 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Quelles grandeurs mesurent-ils ?</a:t>
            </a:r>
          </a:p>
          <a:p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E7DC346-3461-9873-F0B2-7381F7EAB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690688"/>
            <a:ext cx="7401059" cy="45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65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E5B71-2102-4043-F3E2-1942EAFE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6A443-9841-0057-CDD8-DA7D6C68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EBF06C-52B3-6CF7-9515-C5CC507C6897}"/>
              </a:ext>
            </a:extLst>
          </p:cNvPr>
          <p:cNvSpPr txBox="1"/>
          <p:nvPr/>
        </p:nvSpPr>
        <p:spPr>
          <a:xfrm>
            <a:off x="838200" y="1859339"/>
            <a:ext cx="3794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Rappel des règles de sécurité </a:t>
            </a:r>
          </a:p>
          <a:p>
            <a:endParaRPr lang="fr-FR" dirty="0"/>
          </a:p>
          <a:p>
            <a:r>
              <a:rPr lang="fr-FR" dirty="0"/>
              <a:t>Ne pas réaliser de mouvement quand il y a un élève autour ;</a:t>
            </a:r>
          </a:p>
          <a:p>
            <a:r>
              <a:rPr lang="fr-FR" dirty="0"/>
              <a:t>Ne pas désactiver quand l’axe linéaire est en haut.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495B10-CDEA-0AD2-5664-2B3D6685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966" y="1521684"/>
            <a:ext cx="6727770" cy="49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1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1B40-EA76-10B7-9CB7-48C97E46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4B47D-D697-E48D-6B65-8F3FAC54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443081-B7F0-928B-8B2F-E4022E01B280}"/>
              </a:ext>
            </a:extLst>
          </p:cNvPr>
          <p:cNvSpPr txBox="1"/>
          <p:nvPr/>
        </p:nvSpPr>
        <p:spPr>
          <a:xfrm>
            <a:off x="350520" y="1859339"/>
            <a:ext cx="4282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Tutoriel interface </a:t>
            </a:r>
            <a:r>
              <a:rPr lang="fr-FR" dirty="0" err="1"/>
              <a:t>Comax</a:t>
            </a:r>
            <a:endParaRPr lang="fr-FR" dirty="0"/>
          </a:p>
          <a:p>
            <a:endParaRPr lang="fr-FR" dirty="0"/>
          </a:p>
          <a:p>
            <a:r>
              <a:rPr lang="fr-FR" dirty="0"/>
              <a:t>Activation / Collaboration ;</a:t>
            </a:r>
          </a:p>
          <a:p>
            <a:r>
              <a:rPr lang="fr-FR" dirty="0"/>
              <a:t>Acquisition 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E99D2C-F26D-1536-3C96-72CD41317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475" y="1529891"/>
            <a:ext cx="7699728" cy="508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26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CFB6-7169-AC23-BDAE-83A21EBC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48CA8D-C654-89C8-75F8-C9795CB8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B0F2BC-029B-7565-0B42-74CF7F742157}"/>
              </a:ext>
            </a:extLst>
          </p:cNvPr>
          <p:cNvSpPr txBox="1"/>
          <p:nvPr/>
        </p:nvSpPr>
        <p:spPr>
          <a:xfrm>
            <a:off x="350520" y="1859339"/>
            <a:ext cx="3480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Tutoriel interface </a:t>
            </a:r>
            <a:r>
              <a:rPr lang="fr-FR" dirty="0" err="1"/>
              <a:t>Comax</a:t>
            </a:r>
            <a:endParaRPr lang="fr-FR" dirty="0"/>
          </a:p>
          <a:p>
            <a:endParaRPr lang="fr-FR" dirty="0"/>
          </a:p>
          <a:p>
            <a:r>
              <a:rPr lang="fr-FR" dirty="0"/>
              <a:t>Consigne de position : 20 mm ; 480 mm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F1DD174-E6A6-5651-999B-81A1C7229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162" y="1395287"/>
            <a:ext cx="6605513" cy="509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98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E8CB-8C26-94DF-F35A-29331D6D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D1D5DB-F5B9-D39C-E410-8AB23259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81EB96-8F39-5F2D-5759-8CD7AFA0757D}"/>
              </a:ext>
            </a:extLst>
          </p:cNvPr>
          <p:cNvSpPr txBox="1"/>
          <p:nvPr/>
        </p:nvSpPr>
        <p:spPr>
          <a:xfrm>
            <a:off x="350520" y="1859339"/>
            <a:ext cx="3480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3. Tutoriel interface </a:t>
            </a:r>
            <a:r>
              <a:rPr lang="fr-FR" dirty="0" err="1"/>
              <a:t>Comax</a:t>
            </a:r>
            <a:endParaRPr lang="fr-FR" dirty="0"/>
          </a:p>
          <a:p>
            <a:endParaRPr lang="fr-FR" dirty="0"/>
          </a:p>
          <a:p>
            <a:r>
              <a:rPr lang="fr-FR" dirty="0"/>
              <a:t>Paramètres acquisition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6C99BC-8433-535B-53C7-5720388D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1485106"/>
            <a:ext cx="7124700" cy="513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51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7772-C6A6-949C-7795-AA79033D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4DA79-4243-CD96-2B40-BD6B212DF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A008AF-7AB6-2B50-4399-19D402EBE4F3}"/>
              </a:ext>
            </a:extLst>
          </p:cNvPr>
          <p:cNvSpPr txBox="1"/>
          <p:nvPr/>
        </p:nvSpPr>
        <p:spPr>
          <a:xfrm>
            <a:off x="350520" y="1859339"/>
            <a:ext cx="36880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4. Manipulation attendu 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Réaliser une acquisition sur l’axe :</a:t>
            </a:r>
          </a:p>
          <a:p>
            <a:r>
              <a:rPr lang="fr-FR" dirty="0"/>
              <a:t>Position initiale 20 mm</a:t>
            </a:r>
          </a:p>
          <a:p>
            <a:r>
              <a:rPr lang="fr-FR" dirty="0"/>
              <a:t>Position finale 480 mm</a:t>
            </a:r>
          </a:p>
          <a:p>
            <a:r>
              <a:rPr lang="fr-FR" dirty="0"/>
              <a:t>Sans charge ajoutée puis avec 5kg ajoutée</a:t>
            </a:r>
          </a:p>
          <a:p>
            <a:r>
              <a:rPr lang="fr-FR" dirty="0"/>
              <a:t>Analyser les différences et conclure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Dans une boucle d’asservissement, à quoi serait associer la masse ?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6A0853-0C60-AEA3-4AC4-80105BA620B5}"/>
              </a:ext>
            </a:extLst>
          </p:cNvPr>
          <p:cNvSpPr txBox="1"/>
          <p:nvPr/>
        </p:nvSpPr>
        <p:spPr>
          <a:xfrm>
            <a:off x="7153275" y="6311384"/>
            <a:ext cx="23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Sans charge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46C0B2-97BD-8C18-771A-944EB06C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462" y="1622425"/>
            <a:ext cx="6202489" cy="4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62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B864-5129-CEF0-53D4-482E9C47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70A7D2-3627-C57B-E12B-F4A1800E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53FAC5-B343-12B7-C1A2-017691536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20" y="1350029"/>
            <a:ext cx="6366930" cy="492694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CD872B3-A62C-4028-92B0-73FF8491B47E}"/>
              </a:ext>
            </a:extLst>
          </p:cNvPr>
          <p:cNvSpPr txBox="1"/>
          <p:nvPr/>
        </p:nvSpPr>
        <p:spPr>
          <a:xfrm>
            <a:off x="7153275" y="6311384"/>
            <a:ext cx="23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5 kg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685B611-7087-306E-3232-41991DA969BB}"/>
              </a:ext>
            </a:extLst>
          </p:cNvPr>
          <p:cNvSpPr txBox="1"/>
          <p:nvPr/>
        </p:nvSpPr>
        <p:spPr>
          <a:xfrm>
            <a:off x="350520" y="1859339"/>
            <a:ext cx="36880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4. Manipulation attendu 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Réaliser une acquisition sur l’axe :</a:t>
            </a:r>
          </a:p>
          <a:p>
            <a:r>
              <a:rPr lang="fr-FR" dirty="0"/>
              <a:t>Position initiale 20 mm</a:t>
            </a:r>
          </a:p>
          <a:p>
            <a:r>
              <a:rPr lang="fr-FR" dirty="0"/>
              <a:t>Position finale 480 mm</a:t>
            </a:r>
          </a:p>
          <a:p>
            <a:r>
              <a:rPr lang="fr-FR" dirty="0"/>
              <a:t>Sans charge ajoutée puis avec 5kg ajoutée</a:t>
            </a:r>
          </a:p>
          <a:p>
            <a:r>
              <a:rPr lang="fr-FR" dirty="0"/>
              <a:t>Analyser les différences et conclure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Dans une boucle d’asservissement, à quoi serait associer la masse ?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7425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43EB-EFC4-D2F2-2A37-F694FC42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7FEDD-1680-685C-4140-72614675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4DF969F-C4F8-8791-4C79-3E4927927906}"/>
              </a:ext>
            </a:extLst>
          </p:cNvPr>
          <p:cNvSpPr txBox="1"/>
          <p:nvPr/>
        </p:nvSpPr>
        <p:spPr>
          <a:xfrm>
            <a:off x="350520" y="1859339"/>
            <a:ext cx="36880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4. Manipulation attendu 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Réaliser une acquisition de la vitesse de l’axe (consigne et réponse).</a:t>
            </a:r>
          </a:p>
          <a:p>
            <a:endParaRPr lang="fr-FR" dirty="0"/>
          </a:p>
          <a:p>
            <a:r>
              <a:rPr lang="fr-FR" dirty="0"/>
              <a:t>Analyse de la réponse :</a:t>
            </a:r>
          </a:p>
          <a:p>
            <a:r>
              <a:rPr lang="fr-FR" dirty="0"/>
              <a:t>Tr95% ; type de consigne ; erreur statique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9570B66-33EA-E995-EBD0-623E0D2C2D1E}"/>
              </a:ext>
            </a:extLst>
          </p:cNvPr>
          <p:cNvSpPr txBox="1"/>
          <p:nvPr/>
        </p:nvSpPr>
        <p:spPr>
          <a:xfrm>
            <a:off x="7153275" y="6311384"/>
            <a:ext cx="23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Sans charge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4153334-5BED-B32E-1D94-065B5FBFD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225" y="1415165"/>
            <a:ext cx="6827250" cy="526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7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9D27-17E5-421E-ACDE-7169B67E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2CD527-FB35-76E3-C900-FEA07206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r>
              <a:rPr lang="fr-FR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Comax</a:t>
            </a:r>
            <a:endParaRPr lang="fr-FR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FF67A92-CD14-2EFF-5A78-EBC040F9B516}"/>
              </a:ext>
            </a:extLst>
          </p:cNvPr>
          <p:cNvSpPr txBox="1"/>
          <p:nvPr/>
        </p:nvSpPr>
        <p:spPr>
          <a:xfrm>
            <a:off x="926592" y="1895915"/>
            <a:ext cx="70926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5. Préparation de la présentation ;</a:t>
            </a:r>
          </a:p>
          <a:p>
            <a:r>
              <a:rPr lang="fr-FR" dirty="0"/>
              <a:t>Reprendre les points aborder pendant la SCE et finir la présentation.</a:t>
            </a:r>
          </a:p>
          <a:p>
            <a:r>
              <a:rPr lang="fr-FR" dirty="0"/>
              <a:t>Un élève au hasard dans chaque groupe sera désigné pour présenter.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4588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CA3C-C8A4-C069-61F9-DCEA225B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168A7-B753-E834-0B26-905F8DE9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Barème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A6AB036-E021-6C92-CFC7-9CA7E1A5C087}"/>
              </a:ext>
            </a:extLst>
          </p:cNvPr>
          <p:cNvSpPr txBox="1"/>
          <p:nvPr/>
        </p:nvSpPr>
        <p:spPr>
          <a:xfrm>
            <a:off x="1097280" y="2048256"/>
            <a:ext cx="5586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Qualité de la présentation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Capteurs et grandeurs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Analyse du système asservis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Association à un modèle de système asservi.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83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A25C-CC1D-2DA0-98F2-60C89501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A6953-E7CA-3159-1A2C-5EA5077C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12DCBA-FCBF-7C45-804C-6FA4FEAFA818}"/>
              </a:ext>
            </a:extLst>
          </p:cNvPr>
          <p:cNvSpPr txBox="1"/>
          <p:nvPr/>
        </p:nvSpPr>
        <p:spPr>
          <a:xfrm>
            <a:off x="1380744" y="1727740"/>
            <a:ext cx="8531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À l’issue de cette séquence, les élèves  auront mobilisé  les compétences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2" name="Espace réservé du contenu 4">
            <a:extLst>
              <a:ext uri="{FF2B5EF4-FFF2-40B4-BE49-F238E27FC236}">
                <a16:creationId xmlns:a16="http://schemas.microsoft.com/office/drawing/2014/main" id="{0BE69C06-7F80-F6E7-BA61-DF5ECF539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759" y="2411123"/>
            <a:ext cx="5763429" cy="68589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17EEDDA-A656-44D3-40AB-83AD08BCA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"/>
          <a:stretch>
            <a:fillRect/>
          </a:stretch>
        </p:blipFill>
        <p:spPr>
          <a:xfrm>
            <a:off x="1620759" y="3242276"/>
            <a:ext cx="5753904" cy="65731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5E7342F-B20E-FFD3-67C6-5F7EEDFB0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"/>
          <a:stretch>
            <a:fillRect/>
          </a:stretch>
        </p:blipFill>
        <p:spPr>
          <a:xfrm>
            <a:off x="1620759" y="4044850"/>
            <a:ext cx="5753904" cy="74305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7DF2BB9-3023-9F30-A031-4081294BE2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08" y="4933161"/>
            <a:ext cx="5753903" cy="67636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C380622-D0B2-0A18-0CF0-E050A1A486B9}"/>
              </a:ext>
            </a:extLst>
          </p:cNvPr>
          <p:cNvSpPr txBox="1"/>
          <p:nvPr/>
        </p:nvSpPr>
        <p:spPr>
          <a:xfrm>
            <a:off x="1042416" y="5879592"/>
            <a:ext cx="743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Ils auront été évalués sur table et via une SCE présentée.</a:t>
            </a:r>
          </a:p>
        </p:txBody>
      </p:sp>
    </p:spTree>
    <p:extLst>
      <p:ext uri="{BB962C8B-B14F-4D97-AF65-F5344CB8AC3E}">
        <p14:creationId xmlns:p14="http://schemas.microsoft.com/office/powerpoint/2010/main" val="15895382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740</Words>
  <Application>Microsoft Office PowerPoint</Application>
  <PresentationFormat>Grand écran</PresentationFormat>
  <Paragraphs>163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Thème Office</vt:lpstr>
      <vt:lpstr>L’Homme augmenté </vt:lpstr>
      <vt:lpstr>Modalités</vt:lpstr>
      <vt:lpstr>Modalités</vt:lpstr>
      <vt:lpstr>Compétences/connaissances</vt:lpstr>
      <vt:lpstr>Prérequis</vt:lpstr>
      <vt:lpstr>Déroulé de la séquence : Semaine 1</vt:lpstr>
      <vt:lpstr>Déroulé de la séquence : Semaine 2</vt:lpstr>
      <vt:lpstr>Déroulé de la séquence : Semaine 3</vt:lpstr>
      <vt:lpstr>Déroulé de la séquence : Semaine 4</vt:lpstr>
      <vt:lpstr>Séance à caractère expérimentale Comax : Présentation du système</vt:lpstr>
      <vt:lpstr>Séance à caractère expérimentale Comax : Potentialités didactiques</vt:lpstr>
      <vt:lpstr>Séance à caractère expérimentale Comax : modalités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Comax</vt:lpstr>
      <vt:lpstr>Séance à caractère expérimentale : Barème</vt:lpstr>
      <vt:lpstr>Bilan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jolan</dc:creator>
  <cp:lastModifiedBy>Thierry jolan</cp:lastModifiedBy>
  <cp:revision>3</cp:revision>
  <dcterms:created xsi:type="dcterms:W3CDTF">2026-05-27T09:08:04Z</dcterms:created>
  <dcterms:modified xsi:type="dcterms:W3CDTF">2026-05-27T14:23:40Z</dcterms:modified>
</cp:coreProperties>
</file>