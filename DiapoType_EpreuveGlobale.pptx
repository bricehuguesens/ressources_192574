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B7C25-B778-476D-996F-D2ADDFF38839}" v="10" dt="2026-06-05T16:39:52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ues Brice" userId="c7df3fbd-a2ff-4947-a36f-3c79731735f9" providerId="ADAL" clId="{11C87FC2-1AF0-40DF-92CC-B891D987192B}"/>
    <pc:docChg chg="custSel addSld delSld modSld">
      <pc:chgData name="Hugues Brice" userId="c7df3fbd-a2ff-4947-a36f-3c79731735f9" providerId="ADAL" clId="{11C87FC2-1AF0-40DF-92CC-B891D987192B}" dt="2026-06-05T17:10:50.603" v="285" actId="47"/>
      <pc:docMkLst>
        <pc:docMk/>
      </pc:docMkLst>
      <pc:sldChg chg="modSp">
        <pc:chgData name="Hugues Brice" userId="c7df3fbd-a2ff-4947-a36f-3c79731735f9" providerId="ADAL" clId="{11C87FC2-1AF0-40DF-92CC-B891D987192B}" dt="2026-06-05T16:33:35.008" v="0"/>
        <pc:sldMkLst>
          <pc:docMk/>
          <pc:sldMk cId="2614937378" sldId="256"/>
        </pc:sldMkLst>
        <pc:spChg chg="mod">
          <ac:chgData name="Hugues Brice" userId="c7df3fbd-a2ff-4947-a36f-3c79731735f9" providerId="ADAL" clId="{11C87FC2-1AF0-40DF-92CC-B891D987192B}" dt="2026-06-05T16:33:35.008" v="0"/>
          <ac:spMkLst>
            <pc:docMk/>
            <pc:sldMk cId="2614937378" sldId="256"/>
            <ac:spMk id="3" creationId="{8E28129F-7DC6-7277-F136-658C99AC98B0}"/>
          </ac:spMkLst>
        </pc:spChg>
      </pc:sldChg>
      <pc:sldChg chg="modSp new mod">
        <pc:chgData name="Hugues Brice" userId="c7df3fbd-a2ff-4947-a36f-3c79731735f9" providerId="ADAL" clId="{11C87FC2-1AF0-40DF-92CC-B891D987192B}" dt="2026-06-05T16:38:15.631" v="67" actId="20577"/>
        <pc:sldMkLst>
          <pc:docMk/>
          <pc:sldMk cId="3247045039" sldId="257"/>
        </pc:sldMkLst>
        <pc:spChg chg="mod">
          <ac:chgData name="Hugues Brice" userId="c7df3fbd-a2ff-4947-a36f-3c79731735f9" providerId="ADAL" clId="{11C87FC2-1AF0-40DF-92CC-B891D987192B}" dt="2026-06-05T16:34:46.408" v="35" actId="20577"/>
          <ac:spMkLst>
            <pc:docMk/>
            <pc:sldMk cId="3247045039" sldId="257"/>
            <ac:spMk id="2" creationId="{F4FEFF5B-CC69-873D-266C-958BCF24E805}"/>
          </ac:spMkLst>
        </pc:spChg>
        <pc:spChg chg="mod">
          <ac:chgData name="Hugues Brice" userId="c7df3fbd-a2ff-4947-a36f-3c79731735f9" providerId="ADAL" clId="{11C87FC2-1AF0-40DF-92CC-B891D987192B}" dt="2026-06-05T16:38:15.631" v="67" actId="20577"/>
          <ac:spMkLst>
            <pc:docMk/>
            <pc:sldMk cId="3247045039" sldId="257"/>
            <ac:spMk id="3" creationId="{A744F0F8-19DB-7F32-FC05-0B88CF8FBEDB}"/>
          </ac:spMkLst>
        </pc:spChg>
      </pc:sldChg>
      <pc:sldChg chg="modSp new mod">
        <pc:chgData name="Hugues Brice" userId="c7df3fbd-a2ff-4947-a36f-3c79731735f9" providerId="ADAL" clId="{11C87FC2-1AF0-40DF-92CC-B891D987192B}" dt="2026-06-05T16:38:32.124" v="89" actId="20577"/>
        <pc:sldMkLst>
          <pc:docMk/>
          <pc:sldMk cId="318831109" sldId="258"/>
        </pc:sldMkLst>
        <pc:spChg chg="mod">
          <ac:chgData name="Hugues Brice" userId="c7df3fbd-a2ff-4947-a36f-3c79731735f9" providerId="ADAL" clId="{11C87FC2-1AF0-40DF-92CC-B891D987192B}" dt="2026-06-05T16:38:32.124" v="89" actId="20577"/>
          <ac:spMkLst>
            <pc:docMk/>
            <pc:sldMk cId="318831109" sldId="258"/>
            <ac:spMk id="2" creationId="{F68B48D8-74EF-804C-CB77-49B73C629649}"/>
          </ac:spMkLst>
        </pc:spChg>
        <pc:spChg chg="mod">
          <ac:chgData name="Hugues Brice" userId="c7df3fbd-a2ff-4947-a36f-3c79731735f9" providerId="ADAL" clId="{11C87FC2-1AF0-40DF-92CC-B891D987192B}" dt="2026-06-05T16:38:21.848" v="68"/>
          <ac:spMkLst>
            <pc:docMk/>
            <pc:sldMk cId="318831109" sldId="258"/>
            <ac:spMk id="3" creationId="{41201DEF-A0B8-432F-1BAF-1B8072827FAE}"/>
          </ac:spMkLst>
        </pc:spChg>
      </pc:sldChg>
      <pc:sldChg chg="modSp new mod">
        <pc:chgData name="Hugues Brice" userId="c7df3fbd-a2ff-4947-a36f-3c79731735f9" providerId="ADAL" clId="{11C87FC2-1AF0-40DF-92CC-B891D987192B}" dt="2026-06-05T16:38:39.229" v="113" actId="20577"/>
        <pc:sldMkLst>
          <pc:docMk/>
          <pc:sldMk cId="4193640740" sldId="259"/>
        </pc:sldMkLst>
        <pc:spChg chg="mod">
          <ac:chgData name="Hugues Brice" userId="c7df3fbd-a2ff-4947-a36f-3c79731735f9" providerId="ADAL" clId="{11C87FC2-1AF0-40DF-92CC-B891D987192B}" dt="2026-06-05T16:38:39.229" v="113" actId="20577"/>
          <ac:spMkLst>
            <pc:docMk/>
            <pc:sldMk cId="4193640740" sldId="259"/>
            <ac:spMk id="2" creationId="{A2A08411-9328-C53A-6224-2C071E54CE69}"/>
          </ac:spMkLst>
        </pc:spChg>
      </pc:sldChg>
      <pc:sldChg chg="modSp new mod">
        <pc:chgData name="Hugues Brice" userId="c7df3fbd-a2ff-4947-a36f-3c79731735f9" providerId="ADAL" clId="{11C87FC2-1AF0-40DF-92CC-B891D987192B}" dt="2026-06-05T16:38:55.243" v="130" actId="20577"/>
        <pc:sldMkLst>
          <pc:docMk/>
          <pc:sldMk cId="2830981178" sldId="260"/>
        </pc:sldMkLst>
        <pc:spChg chg="mod">
          <ac:chgData name="Hugues Brice" userId="c7df3fbd-a2ff-4947-a36f-3c79731735f9" providerId="ADAL" clId="{11C87FC2-1AF0-40DF-92CC-B891D987192B}" dt="2026-06-05T16:38:55.243" v="130" actId="20577"/>
          <ac:spMkLst>
            <pc:docMk/>
            <pc:sldMk cId="2830981178" sldId="260"/>
            <ac:spMk id="2" creationId="{E74FEAC0-64F6-6D1C-9926-385653465EBE}"/>
          </ac:spMkLst>
        </pc:spChg>
      </pc:sldChg>
      <pc:sldChg chg="modSp new mod">
        <pc:chgData name="Hugues Brice" userId="c7df3fbd-a2ff-4947-a36f-3c79731735f9" providerId="ADAL" clId="{11C87FC2-1AF0-40DF-92CC-B891D987192B}" dt="2026-06-05T16:39:05.637" v="145" actId="20577"/>
        <pc:sldMkLst>
          <pc:docMk/>
          <pc:sldMk cId="1341898668" sldId="261"/>
        </pc:sldMkLst>
        <pc:spChg chg="mod">
          <ac:chgData name="Hugues Brice" userId="c7df3fbd-a2ff-4947-a36f-3c79731735f9" providerId="ADAL" clId="{11C87FC2-1AF0-40DF-92CC-B891D987192B}" dt="2026-06-05T16:39:05.637" v="145" actId="20577"/>
          <ac:spMkLst>
            <pc:docMk/>
            <pc:sldMk cId="1341898668" sldId="261"/>
            <ac:spMk id="2" creationId="{C0B9A437-1F09-03D2-0A01-1DBFF1477E9A}"/>
          </ac:spMkLst>
        </pc:spChg>
      </pc:sldChg>
      <pc:sldChg chg="modSp new mod">
        <pc:chgData name="Hugues Brice" userId="c7df3fbd-a2ff-4947-a36f-3c79731735f9" providerId="ADAL" clId="{11C87FC2-1AF0-40DF-92CC-B891D987192B}" dt="2026-06-05T16:39:16.877" v="175" actId="20577"/>
        <pc:sldMkLst>
          <pc:docMk/>
          <pc:sldMk cId="128175361" sldId="262"/>
        </pc:sldMkLst>
        <pc:spChg chg="mod">
          <ac:chgData name="Hugues Brice" userId="c7df3fbd-a2ff-4947-a36f-3c79731735f9" providerId="ADAL" clId="{11C87FC2-1AF0-40DF-92CC-B891D987192B}" dt="2026-06-05T16:39:16.877" v="175" actId="20577"/>
          <ac:spMkLst>
            <pc:docMk/>
            <pc:sldMk cId="128175361" sldId="262"/>
            <ac:spMk id="2" creationId="{971E9BC2-08A1-AC58-2B00-883FA83ADEE8}"/>
          </ac:spMkLst>
        </pc:spChg>
      </pc:sldChg>
      <pc:sldChg chg="modSp new mod">
        <pc:chgData name="Hugues Brice" userId="c7df3fbd-a2ff-4947-a36f-3c79731735f9" providerId="ADAL" clId="{11C87FC2-1AF0-40DF-92CC-B891D987192B}" dt="2026-06-05T16:39:28.609" v="195" actId="20577"/>
        <pc:sldMkLst>
          <pc:docMk/>
          <pc:sldMk cId="1200630655" sldId="263"/>
        </pc:sldMkLst>
        <pc:spChg chg="mod">
          <ac:chgData name="Hugues Brice" userId="c7df3fbd-a2ff-4947-a36f-3c79731735f9" providerId="ADAL" clId="{11C87FC2-1AF0-40DF-92CC-B891D987192B}" dt="2026-06-05T16:39:28.609" v="195" actId="20577"/>
          <ac:spMkLst>
            <pc:docMk/>
            <pc:sldMk cId="1200630655" sldId="263"/>
            <ac:spMk id="2" creationId="{6457736F-DE6D-1486-B51C-6C6AECD4E14D}"/>
          </ac:spMkLst>
        </pc:spChg>
      </pc:sldChg>
      <pc:sldChg chg="modSp new mod">
        <pc:chgData name="Hugues Brice" userId="c7df3fbd-a2ff-4947-a36f-3c79731735f9" providerId="ADAL" clId="{11C87FC2-1AF0-40DF-92CC-B891D987192B}" dt="2026-06-05T16:39:43.939" v="237" actId="20577"/>
        <pc:sldMkLst>
          <pc:docMk/>
          <pc:sldMk cId="2965711944" sldId="264"/>
        </pc:sldMkLst>
        <pc:spChg chg="mod">
          <ac:chgData name="Hugues Brice" userId="c7df3fbd-a2ff-4947-a36f-3c79731735f9" providerId="ADAL" clId="{11C87FC2-1AF0-40DF-92CC-B891D987192B}" dt="2026-06-05T16:39:43.939" v="237" actId="20577"/>
          <ac:spMkLst>
            <pc:docMk/>
            <pc:sldMk cId="2965711944" sldId="264"/>
            <ac:spMk id="2" creationId="{1282F411-4199-E364-41BF-787863FF4697}"/>
          </ac:spMkLst>
        </pc:spChg>
      </pc:sldChg>
      <pc:sldChg chg="modSp new">
        <pc:chgData name="Hugues Brice" userId="c7df3fbd-a2ff-4947-a36f-3c79731735f9" providerId="ADAL" clId="{11C87FC2-1AF0-40DF-92CC-B891D987192B}" dt="2026-06-05T16:39:52.219" v="239"/>
        <pc:sldMkLst>
          <pc:docMk/>
          <pc:sldMk cId="356486256" sldId="265"/>
        </pc:sldMkLst>
        <pc:spChg chg="mod">
          <ac:chgData name="Hugues Brice" userId="c7df3fbd-a2ff-4947-a36f-3c79731735f9" providerId="ADAL" clId="{11C87FC2-1AF0-40DF-92CC-B891D987192B}" dt="2026-06-05T16:39:52.219" v="239"/>
          <ac:spMkLst>
            <pc:docMk/>
            <pc:sldMk cId="356486256" sldId="265"/>
            <ac:spMk id="2" creationId="{5DAC8245-327D-5748-27E4-F8E397DC62F4}"/>
          </ac:spMkLst>
        </pc:spChg>
      </pc:sldChg>
      <pc:sldChg chg="modSp new mod">
        <pc:chgData name="Hugues Brice" userId="c7df3fbd-a2ff-4947-a36f-3c79731735f9" providerId="ADAL" clId="{11C87FC2-1AF0-40DF-92CC-B891D987192B}" dt="2026-06-05T16:40:07.068" v="283" actId="20577"/>
        <pc:sldMkLst>
          <pc:docMk/>
          <pc:sldMk cId="3608803514" sldId="266"/>
        </pc:sldMkLst>
        <pc:spChg chg="mod">
          <ac:chgData name="Hugues Brice" userId="c7df3fbd-a2ff-4947-a36f-3c79731735f9" providerId="ADAL" clId="{11C87FC2-1AF0-40DF-92CC-B891D987192B}" dt="2026-06-05T16:40:07.068" v="283" actId="20577"/>
          <ac:spMkLst>
            <pc:docMk/>
            <pc:sldMk cId="3608803514" sldId="266"/>
            <ac:spMk id="2" creationId="{720E4A40-7AFC-0005-D6EA-D03CF3CB09C8}"/>
          </ac:spMkLst>
        </pc:spChg>
      </pc:sldChg>
      <pc:sldChg chg="new del">
        <pc:chgData name="Hugues Brice" userId="c7df3fbd-a2ff-4947-a36f-3c79731735f9" providerId="ADAL" clId="{11C87FC2-1AF0-40DF-92CC-B891D987192B}" dt="2026-06-05T17:10:50.603" v="285" actId="47"/>
        <pc:sldMkLst>
          <pc:docMk/>
          <pc:sldMk cId="846654643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40918-CDAE-4058-A1E7-3C00CE7E88D5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11045-24FE-4BAA-9BA7-39BA4ECB68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84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601DAB-DC55-FA84-7FEB-06E6E5835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0530B0-EDE4-4D13-3519-0C40CA9AF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252CD2-6C41-3876-00FE-F97444CF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893E53-2D20-7C94-5A39-EC45B5DC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FBC339-4C62-392D-563A-CC1B423D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893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45F40B-0744-7624-CD89-34791DA0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E091AE-2685-1EAB-4B80-947CBC4A7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E652F0-20F4-399E-C6D3-D1B5FD38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CB534A-937E-ADD5-BEA4-F9893D5DE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B8806-ACE4-E81E-8AAE-3DC0E266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827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EAE52-DF14-45C1-F824-A1E1EEF3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C9FB1F-4FB2-A938-8C78-DFACCC904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09EF5F-AFEC-A9EE-6A5F-37EE1F0E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2C3342-D1CC-041C-15C4-901C911F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351775-AE3F-1A5C-EFA4-36D4BD7E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652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E8F995-5D14-E537-01A7-0AECABCA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63B13A-DBDB-9DD8-E3C2-D49E1479A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88BCC7B-1B5F-A412-C8B8-41649220F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518594-BCDF-8A21-D270-2B263A52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D018B6-E77B-2BBE-1536-6A1B735C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786D2F-0108-09F1-371A-16E02CE8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97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5A6474-8248-B095-4EF3-4A1B5AE2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0B3758-E82D-D1F4-44E3-9A6576383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107875-329D-15EE-BE01-A5882E834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B864148-A0B4-3FD6-D8E3-D66DDC21B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4066AA-CD6B-474E-446B-6D1C3BE6F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B8FBDA-8643-046A-875B-41552B90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272F24-3192-0133-1828-72B2C2D9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329AA35-65CA-BCB2-BC61-139EDA1C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777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006B57-8AA4-AC29-8315-E6269F97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34F90A-D09D-E713-926F-1C9434F7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D3F6DD-FFA5-D3D3-5420-EBEDCC1B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558D34-EC8F-1852-F0DC-704239BF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777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8EF1AB4-FAD4-1EEC-F336-1BD6129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9F2EFC-6933-25A6-0CB7-FF68F3D8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2285F4-4544-6EF5-25AB-81C12FFD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5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C7EC26-E06A-9BAA-E340-ACE59560A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CCEC8B-F5EB-0372-F2DD-64D3163B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AEA626-51F1-3A4D-402B-14CBF0F2C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270D4F-E3B9-A8CA-6A15-DCFA53A6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85E6A1-A1F5-3D0A-5D49-BE991CF3E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1B7E76-18FF-BB6F-74A1-A9C802F2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0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74763-055F-257D-4982-0993D41A4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DC40E55-B23B-441A-9A0C-9107FE1DA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7B9D88-015A-5895-9675-5873A8891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1DBCD5-2F5A-9032-ACD5-AFAAC69A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30CE6B-69B8-518D-6395-F5597004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72E8C9-2208-4F24-A20E-7AA89FA3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16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B9A69-58BC-1107-4B1A-0B7F7DBF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D3146E-B041-E548-5FF7-DE036DD73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83351B-F0A5-BCA4-7352-DD17A75A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7209D1-A4A5-CB44-DE17-4EA97D10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CDAC33-E799-9D21-0E14-5B448648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23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455164B-1022-79CD-30DB-D5A61EFC7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87DAD8-2BAC-933C-1230-5B1DDEBE0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BC2DBD-F505-52CF-591A-02A0C41F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A362CB-D792-E90D-A18A-808BE3D5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0B7CC2-D6B1-A8B2-6FBB-05FDF377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33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68DCE13-1ED3-BF77-64FB-047FEEA9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851E4C-403D-81D2-6916-75D268C7E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E57907-D8DB-45BE-35E0-8BC982A89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AFC52F-CC0E-3776-D275-D537D09DA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A97EF2-99BF-CB52-E4A0-488FC8F6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71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4A224F-36A3-9CA5-73F5-80DD85CE7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E28129F-7DC6-7277-F136-658C99AC98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Epreuve d’exploitation pédagogique d'une activité pratique relative à l'approche globale d'un système pluritechnologique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172B86-4BD3-0039-D5C8-52FC9D0E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C5DB2A-5A5A-C908-7F9F-F622A07E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F63251-AC83-AE8D-A077-8D662603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937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EFF5B-CC69-873D-266C-958BCF24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de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44F0F8-19DB-7F32-FC05-0B88CF8FB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Architecture de la séquence </a:t>
            </a:r>
            <a:r>
              <a:rPr lang="fr-FR" sz="700" dirty="0"/>
              <a:t>5min</a:t>
            </a:r>
            <a:endParaRPr lang="fr-FR" sz="900" dirty="0"/>
          </a:p>
          <a:p>
            <a:pPr lvl="1"/>
            <a:r>
              <a:rPr lang="fr-FR" dirty="0"/>
              <a:t>Contexte pédagogique</a:t>
            </a:r>
          </a:p>
          <a:p>
            <a:pPr lvl="1"/>
            <a:r>
              <a:rPr lang="fr-FR" dirty="0"/>
              <a:t>Positionnement temporel</a:t>
            </a:r>
          </a:p>
          <a:p>
            <a:pPr lvl="1"/>
            <a:r>
              <a:rPr lang="fr-FR" dirty="0"/>
              <a:t>Compétences / connaissances</a:t>
            </a:r>
          </a:p>
          <a:p>
            <a:pPr lvl="1"/>
            <a:r>
              <a:rPr lang="fr-FR" dirty="0"/>
              <a:t>Prérequis</a:t>
            </a:r>
          </a:p>
          <a:p>
            <a:pPr lvl="1"/>
            <a:r>
              <a:rPr lang="fr-FR" dirty="0"/>
              <a:t>Trame générale de la séquence</a:t>
            </a:r>
          </a:p>
          <a:p>
            <a:r>
              <a:rPr lang="fr-FR" dirty="0"/>
              <a:t>Détails des séances </a:t>
            </a:r>
            <a:r>
              <a:rPr lang="fr-FR" sz="700" dirty="0"/>
              <a:t>10min</a:t>
            </a:r>
            <a:endParaRPr lang="fr-FR" sz="900" dirty="0"/>
          </a:p>
          <a:p>
            <a:r>
              <a:rPr lang="fr-FR" dirty="0"/>
              <a:t>Pertinence du support didactisé </a:t>
            </a:r>
            <a:r>
              <a:rPr lang="fr-FR" sz="700" dirty="0"/>
              <a:t>5min</a:t>
            </a:r>
            <a:endParaRPr lang="fr-FR" dirty="0"/>
          </a:p>
          <a:p>
            <a:r>
              <a:rPr lang="fr-FR" dirty="0"/>
              <a:t>Activité à caractère expérimental </a:t>
            </a:r>
            <a:r>
              <a:rPr lang="fr-FR" sz="700" dirty="0"/>
              <a:t>10min</a:t>
            </a:r>
            <a:endParaRPr lang="fr-FR" sz="900" dirty="0"/>
          </a:p>
          <a:p>
            <a:r>
              <a:rPr lang="fr-FR" dirty="0"/>
              <a:t>Conclusion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3702A9-517C-B166-AD56-C184BDC9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161B08-99AA-79E0-B90B-AA52F57E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44FCE0-9F21-75EF-4803-23FF10BF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04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B48D8-74EF-804C-CB77-49B73C62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pédagogique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201DEF-A0B8-432F-1BAF-1B8072827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61CA21-3074-BF6D-3A2F-00D82074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E2626D-3637-79BC-1BB8-16B811E5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8C921A-BB1B-77A1-47D4-483453E4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3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08411-9328-C53A-6224-2C071E54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Positionnement temporel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4E006A-7D30-D4FE-BF16-B16227C73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E6B805-758D-7B7B-BD94-55D06754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843D29-7425-A931-B287-418C036A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C9379C-47A3-372C-6AFD-DBFF7EEA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364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4FEAC0-64F6-6D1C-9926-38565346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Compétences / connaissances à transmettre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AF0297-4985-E509-C79C-98E500044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3FFBE5-9078-FE86-C8A4-0B299456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8462BF-7D39-B900-A49A-72D828242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269050-8056-1335-D02F-2CDC928F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98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B9A437-1F09-03D2-0A01-1DBFF147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C3AAC4-158B-4A0B-6F9C-553A28717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F80756-DB23-7F01-BB86-3B597A78A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6950D3-9C79-1818-1629-E06058CE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59D8B1-4585-810A-E371-7646BF7E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89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1E9BC2-08A1-AC58-2B00-883FA83A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Trame générale de la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217C61-CA67-2E54-FFB0-FACE99DED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13AC7F-2398-CACE-2E27-82E8DE15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F16585-8FE3-ECBB-7152-89DEE63B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1CA5B-9D71-A178-540A-1E16A5AE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75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57736F-DE6D-1486-B51C-6C6AECD4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Détails des séances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EEAB39-695D-0F6D-7EA4-7AE6EA21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1461D8-566C-ABB8-E29D-FCD7B601E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C9697A-5A4F-41CE-7B38-2C88EDEF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E80DA-4910-0339-31A3-E23417E6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630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2F411-4199-E364-41BF-787863FF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Pertinence du support didactisé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8AF2C0-0183-2ABF-0823-3C36D1583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5D8C26-AFFD-9A60-F0F2-13CC56C69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C173D1-7D09-9832-96B0-9D6400DFC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A40923-696F-E0FD-350F-AE5CAC80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71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C8245-327D-5748-27E4-F8E397DC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Activité à caractère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92D1D0-89CF-1D5B-3EC5-C221A084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56164B-C0B6-ABD5-E64B-8B8AD8B2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45FB0C-BC97-603D-8751-05D98A50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6A06FB-F0E1-47F8-7613-84C5B875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86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0E4A40-7AFC-0005-D6EA-D03CF3CB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ED8696-C439-473B-0ABA-0618C9BF3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90916C-05E5-DE47-8F95-EFC9B89D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D97358-71F0-411E-8B2D-8A36D6255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9E2558-A232-76C6-B3F8-42CD6847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88035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Grand écran</PresentationFormat>
  <Paragraphs>54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Présentation PowerPoint</vt:lpstr>
      <vt:lpstr>Plan de présentation</vt:lpstr>
      <vt:lpstr>Contexte pédagogique</vt:lpstr>
      <vt:lpstr>Positionnement temporel</vt:lpstr>
      <vt:lpstr>Compétences / connaissances à transmettre</vt:lpstr>
      <vt:lpstr>Prérequis </vt:lpstr>
      <vt:lpstr>Trame générale de la séquence</vt:lpstr>
      <vt:lpstr>Détails des séances</vt:lpstr>
      <vt:lpstr>Pertinence du support didactisé</vt:lpstr>
      <vt:lpstr>Activité à caractère expérimental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Hugues Brice</dc:creator>
  <cp:lastModifiedBy>Hugues Brice</cp:lastModifiedBy>
  <cp:revision>1</cp:revision>
  <dcterms:created xsi:type="dcterms:W3CDTF">2026-06-05T16:31:51Z</dcterms:created>
  <dcterms:modified xsi:type="dcterms:W3CDTF">2026-06-05T17:10:55Z</dcterms:modified>
</cp:coreProperties>
</file>