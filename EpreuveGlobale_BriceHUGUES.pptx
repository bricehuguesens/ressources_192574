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85" r:id="rId4"/>
    <p:sldId id="282" r:id="rId5"/>
    <p:sldId id="286" r:id="rId6"/>
    <p:sldId id="287" r:id="rId7"/>
    <p:sldId id="288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64A7A-4DEC-4AC0-97D3-3C00958541AC}" v="10" dt="2026-05-18T12:31:08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Brice" userId="c7df3fbd-a2ff-4947-a36f-3c79731735f9" providerId="ADAL" clId="{11C87FC2-1AF0-40DF-92CC-B891D987192B}"/>
    <pc:docChg chg="undo redo custSel addSld delSld modSld">
      <pc:chgData name="Hugues Brice" userId="c7df3fbd-a2ff-4947-a36f-3c79731735f9" providerId="ADAL" clId="{11C87FC2-1AF0-40DF-92CC-B891D987192B}" dt="2026-05-18T12:35:06.515" v="584" actId="47"/>
      <pc:docMkLst>
        <pc:docMk/>
      </pc:docMkLst>
      <pc:sldChg chg="del">
        <pc:chgData name="Hugues Brice" userId="c7df3fbd-a2ff-4947-a36f-3c79731735f9" providerId="ADAL" clId="{11C87FC2-1AF0-40DF-92CC-B891D987192B}" dt="2026-05-18T12:35:06.515" v="584" actId="47"/>
        <pc:sldMkLst>
          <pc:docMk/>
          <pc:sldMk cId="792126273" sldId="272"/>
        </pc:sldMkLst>
      </pc:sldChg>
      <pc:sldChg chg="addSp delSp modSp new mod">
        <pc:chgData name="Hugues Brice" userId="c7df3fbd-a2ff-4947-a36f-3c79731735f9" providerId="ADAL" clId="{11C87FC2-1AF0-40DF-92CC-B891D987192B}" dt="2026-05-18T12:00:03.456" v="24" actId="20577"/>
        <pc:sldMkLst>
          <pc:docMk/>
          <pc:sldMk cId="266085851" sldId="282"/>
        </pc:sldMkLst>
        <pc:spChg chg="add del">
          <ac:chgData name="Hugues Brice" userId="c7df3fbd-a2ff-4947-a36f-3c79731735f9" providerId="ADAL" clId="{11C87FC2-1AF0-40DF-92CC-B891D987192B}" dt="2026-05-18T09:55:50.951" v="4" actId="478"/>
          <ac:spMkLst>
            <pc:docMk/>
            <pc:sldMk cId="266085851" sldId="282"/>
            <ac:spMk id="2" creationId="{1100BA62-9E8C-6CBA-ECFA-14DBAB4CF0DE}"/>
          </ac:spMkLst>
        </pc:spChg>
        <pc:spChg chg="add del">
          <ac:chgData name="Hugues Brice" userId="c7df3fbd-a2ff-4947-a36f-3c79731735f9" providerId="ADAL" clId="{11C87FC2-1AF0-40DF-92CC-B891D987192B}" dt="2026-05-18T09:55:50.343" v="3" actId="478"/>
          <ac:spMkLst>
            <pc:docMk/>
            <pc:sldMk cId="266085851" sldId="282"/>
            <ac:spMk id="3" creationId="{6DF2EEAA-4709-F905-B865-809B2A54E9DB}"/>
          </ac:spMkLst>
        </pc:spChg>
        <pc:spChg chg="add del">
          <ac:chgData name="Hugues Brice" userId="c7df3fbd-a2ff-4947-a36f-3c79731735f9" providerId="ADAL" clId="{11C87FC2-1AF0-40DF-92CC-B891D987192B}" dt="2026-05-18T09:55:48.540" v="2" actId="478"/>
          <ac:spMkLst>
            <pc:docMk/>
            <pc:sldMk cId="266085851" sldId="282"/>
            <ac:spMk id="4" creationId="{104890C6-C057-02EA-067C-6560CC5C6BA5}"/>
          </ac:spMkLst>
        </pc:spChg>
        <pc:spChg chg="add del">
          <ac:chgData name="Hugues Brice" userId="c7df3fbd-a2ff-4947-a36f-3c79731735f9" providerId="ADAL" clId="{11C87FC2-1AF0-40DF-92CC-B891D987192B}" dt="2026-05-18T09:55:48.540" v="2" actId="478"/>
          <ac:spMkLst>
            <pc:docMk/>
            <pc:sldMk cId="266085851" sldId="282"/>
            <ac:spMk id="5" creationId="{F20B7633-AC00-D486-FD7F-C774973C45B8}"/>
          </ac:spMkLst>
        </pc:spChg>
        <pc:spChg chg="add del">
          <ac:chgData name="Hugues Brice" userId="c7df3fbd-a2ff-4947-a36f-3c79731735f9" providerId="ADAL" clId="{11C87FC2-1AF0-40DF-92CC-B891D987192B}" dt="2026-05-18T09:55:48.540" v="2" actId="478"/>
          <ac:spMkLst>
            <pc:docMk/>
            <pc:sldMk cId="266085851" sldId="282"/>
            <ac:spMk id="6" creationId="{CE5B845D-DD5B-70B3-CABC-D60B99624519}"/>
          </ac:spMkLst>
        </pc:spChg>
        <pc:spChg chg="add mod">
          <ac:chgData name="Hugues Brice" userId="c7df3fbd-a2ff-4947-a36f-3c79731735f9" providerId="ADAL" clId="{11C87FC2-1AF0-40DF-92CC-B891D987192B}" dt="2026-05-18T09:55:51.780" v="5"/>
          <ac:spMkLst>
            <pc:docMk/>
            <pc:sldMk cId="266085851" sldId="282"/>
            <ac:spMk id="7" creationId="{78924784-B0CA-7F4E-9F0F-57B7E41D8B47}"/>
          </ac:spMkLst>
        </pc:spChg>
        <pc:spChg chg="add del mod">
          <ac:chgData name="Hugues Brice" userId="c7df3fbd-a2ff-4947-a36f-3c79731735f9" providerId="ADAL" clId="{11C87FC2-1AF0-40DF-92CC-B891D987192B}" dt="2026-05-18T11:59:38.439" v="10" actId="478"/>
          <ac:spMkLst>
            <pc:docMk/>
            <pc:sldMk cId="266085851" sldId="282"/>
            <ac:spMk id="9" creationId="{EAE46A26-AB01-AF46-0624-706C384493BA}"/>
          </ac:spMkLst>
        </pc:spChg>
        <pc:spChg chg="add del mod">
          <ac:chgData name="Hugues Brice" userId="c7df3fbd-a2ff-4947-a36f-3c79731735f9" providerId="ADAL" clId="{11C87FC2-1AF0-40DF-92CC-B891D987192B}" dt="2026-05-18T11:59:35.256" v="7" actId="478"/>
          <ac:spMkLst>
            <pc:docMk/>
            <pc:sldMk cId="266085851" sldId="282"/>
            <ac:spMk id="10" creationId="{B810B78E-5FAA-00A0-5600-7068BC2CD5D2}"/>
          </ac:spMkLst>
        </pc:spChg>
        <pc:spChg chg="add del mod">
          <ac:chgData name="Hugues Brice" userId="c7df3fbd-a2ff-4947-a36f-3c79731735f9" providerId="ADAL" clId="{11C87FC2-1AF0-40DF-92CC-B891D987192B}" dt="2026-05-18T11:59:39.423" v="11" actId="478"/>
          <ac:spMkLst>
            <pc:docMk/>
            <pc:sldMk cId="266085851" sldId="282"/>
            <ac:spMk id="11" creationId="{723EAE49-31A3-910E-FABD-A661EEFA38B8}"/>
          </ac:spMkLst>
        </pc:spChg>
        <pc:spChg chg="add del mod">
          <ac:chgData name="Hugues Brice" userId="c7df3fbd-a2ff-4947-a36f-3c79731735f9" providerId="ADAL" clId="{11C87FC2-1AF0-40DF-92CC-B891D987192B}" dt="2026-05-18T11:59:36.423" v="8" actId="478"/>
          <ac:spMkLst>
            <pc:docMk/>
            <pc:sldMk cId="266085851" sldId="282"/>
            <ac:spMk id="12" creationId="{679AE2DE-2A27-6CD1-F804-6CE93E6E8CEF}"/>
          </ac:spMkLst>
        </pc:spChg>
        <pc:spChg chg="add del mod">
          <ac:chgData name="Hugues Brice" userId="c7df3fbd-a2ff-4947-a36f-3c79731735f9" providerId="ADAL" clId="{11C87FC2-1AF0-40DF-92CC-B891D987192B}" dt="2026-05-18T11:59:40.406" v="12" actId="478"/>
          <ac:spMkLst>
            <pc:docMk/>
            <pc:sldMk cId="266085851" sldId="282"/>
            <ac:spMk id="14" creationId="{E66BF4B8-9B2E-C9C1-BD6B-110011F4783D}"/>
          </ac:spMkLst>
        </pc:spChg>
        <pc:spChg chg="add mod">
          <ac:chgData name="Hugues Brice" userId="c7df3fbd-a2ff-4947-a36f-3c79731735f9" providerId="ADAL" clId="{11C87FC2-1AF0-40DF-92CC-B891D987192B}" dt="2026-05-18T11:59:41.639" v="13"/>
          <ac:spMkLst>
            <pc:docMk/>
            <pc:sldMk cId="266085851" sldId="282"/>
            <ac:spMk id="15" creationId="{F81E7264-37DB-FFBB-0FEB-F7A8BE1BEAE4}"/>
          </ac:spMkLst>
        </pc:spChg>
        <pc:spChg chg="add mod">
          <ac:chgData name="Hugues Brice" userId="c7df3fbd-a2ff-4947-a36f-3c79731735f9" providerId="ADAL" clId="{11C87FC2-1AF0-40DF-92CC-B891D987192B}" dt="2026-05-18T11:59:41.639" v="13"/>
          <ac:spMkLst>
            <pc:docMk/>
            <pc:sldMk cId="266085851" sldId="282"/>
            <ac:spMk id="16" creationId="{40078131-8F2E-84F6-26B3-C13CECFD85F4}"/>
          </ac:spMkLst>
        </pc:spChg>
        <pc:spChg chg="add mod">
          <ac:chgData name="Hugues Brice" userId="c7df3fbd-a2ff-4947-a36f-3c79731735f9" providerId="ADAL" clId="{11C87FC2-1AF0-40DF-92CC-B891D987192B}" dt="2026-05-18T12:00:03.456" v="24" actId="20577"/>
          <ac:spMkLst>
            <pc:docMk/>
            <pc:sldMk cId="266085851" sldId="282"/>
            <ac:spMk id="19" creationId="{93DE6D94-3430-23FB-D60C-F67FD152F6D4}"/>
          </ac:spMkLst>
        </pc:spChg>
        <pc:picChg chg="add del mod">
          <ac:chgData name="Hugues Brice" userId="c7df3fbd-a2ff-4947-a36f-3c79731735f9" providerId="ADAL" clId="{11C87FC2-1AF0-40DF-92CC-B891D987192B}" dt="2026-05-18T11:59:36.873" v="9" actId="478"/>
          <ac:picMkLst>
            <pc:docMk/>
            <pc:sldMk cId="266085851" sldId="282"/>
            <ac:picMk id="8" creationId="{41B5B806-C617-19FA-EBA0-55A14F44011F}"/>
          </ac:picMkLst>
        </pc:picChg>
        <pc:picChg chg="add mod">
          <ac:chgData name="Hugues Brice" userId="c7df3fbd-a2ff-4947-a36f-3c79731735f9" providerId="ADAL" clId="{11C87FC2-1AF0-40DF-92CC-B891D987192B}" dt="2026-05-18T11:59:41.639" v="13"/>
          <ac:picMkLst>
            <pc:docMk/>
            <pc:sldMk cId="266085851" sldId="282"/>
            <ac:picMk id="17" creationId="{6A3F4120-A937-8253-6E56-6E61BEE6EB22}"/>
          </ac:picMkLst>
        </pc:picChg>
        <pc:picChg chg="add mod">
          <ac:chgData name="Hugues Brice" userId="c7df3fbd-a2ff-4947-a36f-3c79731735f9" providerId="ADAL" clId="{11C87FC2-1AF0-40DF-92CC-B891D987192B}" dt="2026-05-18T11:59:41.639" v="13"/>
          <ac:picMkLst>
            <pc:docMk/>
            <pc:sldMk cId="266085851" sldId="282"/>
            <ac:picMk id="18" creationId="{A7F3895A-F9C4-76C4-9B26-851EC0DDA763}"/>
          </ac:picMkLst>
        </pc:picChg>
      </pc:sldChg>
      <pc:sldChg chg="addSp delSp modSp add mod">
        <pc:chgData name="Hugues Brice" userId="c7df3fbd-a2ff-4947-a36f-3c79731735f9" providerId="ADAL" clId="{11C87FC2-1AF0-40DF-92CC-B891D987192B}" dt="2026-05-18T12:24:12.363" v="254"/>
        <pc:sldMkLst>
          <pc:docMk/>
          <pc:sldMk cId="3679292356" sldId="285"/>
        </pc:sldMkLst>
        <pc:spChg chg="add mod">
          <ac:chgData name="Hugues Brice" userId="c7df3fbd-a2ff-4947-a36f-3c79731735f9" providerId="ADAL" clId="{11C87FC2-1AF0-40DF-92CC-B891D987192B}" dt="2026-05-18T12:24:12.363" v="254"/>
          <ac:spMkLst>
            <pc:docMk/>
            <pc:sldMk cId="3679292356" sldId="285"/>
            <ac:spMk id="3" creationId="{3863D83C-43CE-2110-4BC3-5720E6E33BF7}"/>
          </ac:spMkLst>
        </pc:spChg>
        <pc:spChg chg="del">
          <ac:chgData name="Hugues Brice" userId="c7df3fbd-a2ff-4947-a36f-3c79731735f9" providerId="ADAL" clId="{11C87FC2-1AF0-40DF-92CC-B891D987192B}" dt="2026-05-18T12:24:12.187" v="253" actId="478"/>
          <ac:spMkLst>
            <pc:docMk/>
            <pc:sldMk cId="3679292356" sldId="285"/>
            <ac:spMk id="5" creationId="{91004931-FF4A-2AA2-4A81-C14D2E3BBC8E}"/>
          </ac:spMkLst>
        </pc:spChg>
      </pc:sldChg>
      <pc:sldChg chg="modSp add mod">
        <pc:chgData name="Hugues Brice" userId="c7df3fbd-a2ff-4947-a36f-3c79731735f9" providerId="ADAL" clId="{11C87FC2-1AF0-40DF-92CC-B891D987192B}" dt="2026-05-18T11:59:51.606" v="17" actId="20577"/>
        <pc:sldMkLst>
          <pc:docMk/>
          <pc:sldMk cId="2235914397" sldId="286"/>
        </pc:sldMkLst>
        <pc:spChg chg="mod">
          <ac:chgData name="Hugues Brice" userId="c7df3fbd-a2ff-4947-a36f-3c79731735f9" providerId="ADAL" clId="{11C87FC2-1AF0-40DF-92CC-B891D987192B}" dt="2026-05-18T11:59:51.606" v="17" actId="20577"/>
          <ac:spMkLst>
            <pc:docMk/>
            <pc:sldMk cId="2235914397" sldId="286"/>
            <ac:spMk id="7" creationId="{56955EEC-DB79-A02E-3374-91B8DF5FA3AB}"/>
          </ac:spMkLst>
        </pc:spChg>
      </pc:sldChg>
      <pc:sldChg chg="addSp delSp modSp new mod">
        <pc:chgData name="Hugues Brice" userId="c7df3fbd-a2ff-4947-a36f-3c79731735f9" providerId="ADAL" clId="{11C87FC2-1AF0-40DF-92CC-B891D987192B}" dt="2026-05-18T12:19:24.911" v="252" actId="1076"/>
        <pc:sldMkLst>
          <pc:docMk/>
          <pc:sldMk cId="191074832" sldId="287"/>
        </pc:sldMkLst>
        <pc:spChg chg="mod">
          <ac:chgData name="Hugues Brice" userId="c7df3fbd-a2ff-4947-a36f-3c79731735f9" providerId="ADAL" clId="{11C87FC2-1AF0-40DF-92CC-B891D987192B}" dt="2026-05-18T12:02:07.872" v="32" actId="20577"/>
          <ac:spMkLst>
            <pc:docMk/>
            <pc:sldMk cId="191074832" sldId="287"/>
            <ac:spMk id="2" creationId="{C8CDCA9A-CD03-0671-7A66-0C2AA559DD91}"/>
          </ac:spMkLst>
        </pc:spChg>
        <pc:spChg chg="mod">
          <ac:chgData name="Hugues Brice" userId="c7df3fbd-a2ff-4947-a36f-3c79731735f9" providerId="ADAL" clId="{11C87FC2-1AF0-40DF-92CC-B891D987192B}" dt="2026-05-18T12:14:42.070" v="222" actId="20577"/>
          <ac:spMkLst>
            <pc:docMk/>
            <pc:sldMk cId="191074832" sldId="287"/>
            <ac:spMk id="3" creationId="{E92D3CD1-D921-64C8-C354-9B161A7128B4}"/>
          </ac:spMkLst>
        </pc:spChg>
        <pc:spChg chg="mod">
          <ac:chgData name="Hugues Brice" userId="c7df3fbd-a2ff-4947-a36f-3c79731735f9" providerId="ADAL" clId="{11C87FC2-1AF0-40DF-92CC-B891D987192B}" dt="2026-05-18T12:18:30.922" v="244" actId="1076"/>
          <ac:spMkLst>
            <pc:docMk/>
            <pc:sldMk cId="191074832" sldId="287"/>
            <ac:spMk id="4" creationId="{05141230-DF69-5751-438D-742343F644A4}"/>
          </ac:spMkLst>
        </pc:spChg>
        <pc:picChg chg="add del mod modCrop">
          <ac:chgData name="Hugues Brice" userId="c7df3fbd-a2ff-4947-a36f-3c79731735f9" providerId="ADAL" clId="{11C87FC2-1AF0-40DF-92CC-B891D987192B}" dt="2026-05-18T12:14:17.536" v="209" actId="478"/>
          <ac:picMkLst>
            <pc:docMk/>
            <pc:sldMk cId="191074832" sldId="287"/>
            <ac:picMk id="7" creationId="{39F0F1B7-47EA-C809-99F1-6C49ED60401B}"/>
          </ac:picMkLst>
        </pc:picChg>
        <pc:picChg chg="add mod modCrop">
          <ac:chgData name="Hugues Brice" userId="c7df3fbd-a2ff-4947-a36f-3c79731735f9" providerId="ADAL" clId="{11C87FC2-1AF0-40DF-92CC-B891D987192B}" dt="2026-05-18T12:14:44.536" v="226" actId="1036"/>
          <ac:picMkLst>
            <pc:docMk/>
            <pc:sldMk cId="191074832" sldId="287"/>
            <ac:picMk id="8" creationId="{2A282263-B8BB-B8FE-9966-A2367B405E87}"/>
          </ac:picMkLst>
        </pc:picChg>
        <pc:picChg chg="add mod modCrop">
          <ac:chgData name="Hugues Brice" userId="c7df3fbd-a2ff-4947-a36f-3c79731735f9" providerId="ADAL" clId="{11C87FC2-1AF0-40DF-92CC-B891D987192B}" dt="2026-05-18T12:15:20.686" v="231" actId="1076"/>
          <ac:picMkLst>
            <pc:docMk/>
            <pc:sldMk cId="191074832" sldId="287"/>
            <ac:picMk id="9" creationId="{14A3F69A-8E20-8755-121B-BE072607D3BF}"/>
          </ac:picMkLst>
        </pc:picChg>
        <pc:picChg chg="add mod modCrop">
          <ac:chgData name="Hugues Brice" userId="c7df3fbd-a2ff-4947-a36f-3c79731735f9" providerId="ADAL" clId="{11C87FC2-1AF0-40DF-92CC-B891D987192B}" dt="2026-05-18T12:18:34.577" v="246" actId="1076"/>
          <ac:picMkLst>
            <pc:docMk/>
            <pc:sldMk cId="191074832" sldId="287"/>
            <ac:picMk id="10" creationId="{3C6DF247-50A5-EDBD-AEAD-7A65C7F3F749}"/>
          </ac:picMkLst>
        </pc:picChg>
        <pc:picChg chg="add del">
          <ac:chgData name="Hugues Brice" userId="c7df3fbd-a2ff-4947-a36f-3c79731735f9" providerId="ADAL" clId="{11C87FC2-1AF0-40DF-92CC-B891D987192B}" dt="2026-05-18T12:18:25.412" v="239" actId="22"/>
          <ac:picMkLst>
            <pc:docMk/>
            <pc:sldMk cId="191074832" sldId="287"/>
            <ac:picMk id="12" creationId="{1F4F4D5D-55C4-6292-88EB-7C07FC742905}"/>
          </ac:picMkLst>
        </pc:picChg>
        <pc:picChg chg="add mod">
          <ac:chgData name="Hugues Brice" userId="c7df3fbd-a2ff-4947-a36f-3c79731735f9" providerId="ADAL" clId="{11C87FC2-1AF0-40DF-92CC-B891D987192B}" dt="2026-05-18T12:18:45.586" v="249" actId="1076"/>
          <ac:picMkLst>
            <pc:docMk/>
            <pc:sldMk cId="191074832" sldId="287"/>
            <ac:picMk id="14" creationId="{B034671A-6D39-B384-A376-D9DDB82BC666}"/>
          </ac:picMkLst>
        </pc:picChg>
        <pc:picChg chg="add mod">
          <ac:chgData name="Hugues Brice" userId="c7df3fbd-a2ff-4947-a36f-3c79731735f9" providerId="ADAL" clId="{11C87FC2-1AF0-40DF-92CC-B891D987192B}" dt="2026-05-18T12:19:24.911" v="252" actId="1076"/>
          <ac:picMkLst>
            <pc:docMk/>
            <pc:sldMk cId="191074832" sldId="287"/>
            <ac:picMk id="16" creationId="{9D3E5022-6185-E3EC-9421-0F461ECA9AC6}"/>
          </ac:picMkLst>
        </pc:picChg>
      </pc:sldChg>
      <pc:sldChg chg="addSp delSp modSp new mod">
        <pc:chgData name="Hugues Brice" userId="c7df3fbd-a2ff-4947-a36f-3c79731735f9" providerId="ADAL" clId="{11C87FC2-1AF0-40DF-92CC-B891D987192B}" dt="2026-05-18T12:35:01.781" v="583" actId="1076"/>
        <pc:sldMkLst>
          <pc:docMk/>
          <pc:sldMk cId="3556420503" sldId="288"/>
        </pc:sldMkLst>
        <pc:spChg chg="mod">
          <ac:chgData name="Hugues Brice" userId="c7df3fbd-a2ff-4947-a36f-3c79731735f9" providerId="ADAL" clId="{11C87FC2-1AF0-40DF-92CC-B891D987192B}" dt="2026-05-18T12:32:40.732" v="542" actId="20577"/>
          <ac:spMkLst>
            <pc:docMk/>
            <pc:sldMk cId="3556420503" sldId="288"/>
            <ac:spMk id="2" creationId="{0DA89C65-3E3D-D32B-85FC-2BBB5ED306FB}"/>
          </ac:spMkLst>
        </pc:spChg>
        <pc:spChg chg="del mod">
          <ac:chgData name="Hugues Brice" userId="c7df3fbd-a2ff-4947-a36f-3c79731735f9" providerId="ADAL" clId="{11C87FC2-1AF0-40DF-92CC-B891D987192B}" dt="2026-05-18T12:34:05.515" v="555" actId="478"/>
          <ac:spMkLst>
            <pc:docMk/>
            <pc:sldMk cId="3556420503" sldId="288"/>
            <ac:spMk id="3" creationId="{1AC472C6-CD5E-7B7A-02E4-5B1D4BD78B12}"/>
          </ac:spMkLst>
        </pc:spChg>
        <pc:spChg chg="add del mod">
          <ac:chgData name="Hugues Brice" userId="c7df3fbd-a2ff-4947-a36f-3c79731735f9" providerId="ADAL" clId="{11C87FC2-1AF0-40DF-92CC-B891D987192B}" dt="2026-05-18T12:34:07.448" v="556" actId="478"/>
          <ac:spMkLst>
            <pc:docMk/>
            <pc:sldMk cId="3556420503" sldId="288"/>
            <ac:spMk id="12" creationId="{8F345EC0-7022-C4A9-9D52-2C1DB91AD39C}"/>
          </ac:spMkLst>
        </pc:spChg>
        <pc:picChg chg="add mod modCrop">
          <ac:chgData name="Hugues Brice" userId="c7df3fbd-a2ff-4947-a36f-3c79731735f9" providerId="ADAL" clId="{11C87FC2-1AF0-40DF-92CC-B891D987192B}" dt="2026-05-18T12:35:01.781" v="583" actId="1076"/>
          <ac:picMkLst>
            <pc:docMk/>
            <pc:sldMk cId="3556420503" sldId="288"/>
            <ac:picMk id="7" creationId="{984112F4-F882-F133-762D-FE263F76A10B}"/>
          </ac:picMkLst>
        </pc:picChg>
        <pc:picChg chg="add mod ord modCrop">
          <ac:chgData name="Hugues Brice" userId="c7df3fbd-a2ff-4947-a36f-3c79731735f9" providerId="ADAL" clId="{11C87FC2-1AF0-40DF-92CC-B891D987192B}" dt="2026-05-18T12:34:37.782" v="573" actId="732"/>
          <ac:picMkLst>
            <pc:docMk/>
            <pc:sldMk cId="3556420503" sldId="288"/>
            <ac:picMk id="8" creationId="{55FEB6D2-AB15-A72E-B701-CDA0F6BAAA36}"/>
          </ac:picMkLst>
        </pc:picChg>
        <pc:picChg chg="add mod">
          <ac:chgData name="Hugues Brice" userId="c7df3fbd-a2ff-4947-a36f-3c79731735f9" providerId="ADAL" clId="{11C87FC2-1AF0-40DF-92CC-B891D987192B}" dt="2026-05-18T12:34:26.815" v="569" actId="14100"/>
          <ac:picMkLst>
            <pc:docMk/>
            <pc:sldMk cId="3556420503" sldId="288"/>
            <ac:picMk id="9" creationId="{525B329C-D211-76C8-E51F-315EBD0AC8BF}"/>
          </ac:picMkLst>
        </pc:picChg>
        <pc:picChg chg="add mod ord">
          <ac:chgData name="Hugues Brice" userId="c7df3fbd-a2ff-4947-a36f-3c79731735f9" providerId="ADAL" clId="{11C87FC2-1AF0-40DF-92CC-B891D987192B}" dt="2026-05-18T12:34:54.832" v="580" actId="14100"/>
          <ac:picMkLst>
            <pc:docMk/>
            <pc:sldMk cId="3556420503" sldId="288"/>
            <ac:picMk id="10" creationId="{84C8C3F0-1B96-557A-8DD9-BC2F67AE46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CEC81-11B6-4230-9EFB-D4098EC554E7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F22F6-784D-4044-A3C8-625318CFE8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49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8A8B7-E85E-001A-0B29-B223D9686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56AD5D-3181-39B7-07B5-B37344FB2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35BD34-C35B-1AE3-C265-2CC80854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A1C8E-FBB8-419D-8FD4-CC8577F3F953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1BCE5C-F496-F8B6-FDCD-CBF7EEB6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E5E027-1556-01E4-FE44-9C6AAFAE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62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D7AC3-C25D-CFC2-8825-17D2B2C4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CAC30-EA41-3CCB-33C6-B078BC47F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162A3E-BD3A-7E31-F516-6BF74F9B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4F325A-68A1-DF7A-9FC3-3AC28EE0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A5A55E-0EB9-B6EB-DB3C-72F998F5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1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1E126-9BD2-B7E6-F682-937C6A3D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1DD7E6-5965-7895-57DF-4A13CD11F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F48AE3-7930-9767-F502-E79B5F31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E33B-0C00-4E5C-BF35-E7A5274BDA74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0012B6-1B5C-0DCD-A669-9194DE73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6844CE-8373-F3FC-19F4-D966685D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27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61420D-6FBB-5A9D-E1A8-87E3C044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53D6C8-1903-5F9C-F94E-E05E1482F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BEF177-EDA0-AD20-8C03-070FDB170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F871F0-2469-44A8-A343-F6F345DD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A9A4-E5A2-42FB-8375-DE95B2324620}" type="datetime1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1FD6D1-7C35-06A8-4241-4D01D2F0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E11DED-E6A7-C207-BB15-9DE60BD7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177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95622-ADA8-E6B0-9498-94FE7BCE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8BE4A2-DF1E-FCFD-4ACD-374B513B2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DC0E6A-2A77-CD5D-0CF6-0D722C7AC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34DA87-9677-29E4-AE7E-71BB7A408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F59F9-1329-DD46-7B55-15564C149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6F0689-ADDF-AA5A-B6AD-17024558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613D-5AF7-4114-A1CE-BAF28DCBE128}" type="datetime1">
              <a:rPr lang="fr-FR" smtClean="0"/>
              <a:t>18/05/2026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17BB79-B1AB-F40E-361D-5292A6FC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DEECF6-73A7-6168-C9F8-2FB1B43D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35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37C00-34AB-3C20-1D34-B64923A2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6B77A8-0BE5-08D4-E257-8FA8DBF1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40B1E-FE32-4EEC-B0C6-5E70363487FB}" type="datetime1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D249C8-6342-B5C0-DA41-55DFBAB2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EAEAC-E591-F6DF-062C-52E36732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44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7ADC35-A77D-D2FC-67C9-4E8388C1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E976-6A2C-4BC4-90E5-775DE866CAA6}" type="datetime1">
              <a:rPr lang="fr-FR" smtClean="0"/>
              <a:t>18/05/2026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6AB598-4FAB-F7BC-7134-7E7ECB24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64886-27D8-B6FB-BB8E-187465ED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6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E9256-08DC-AEB4-338C-69F73EDA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3857D8-F377-88AF-C36B-6558CA1F3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B1919F-9D27-C409-600D-71310B4F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338804-B136-AC46-617E-3B97BE9B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6CD8-1DE1-4DE4-BEC5-6F0EC3936811}" type="datetime1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B2C00D-0F8A-A572-7878-2CF698DD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C8E751-DF19-5C29-3C8B-1BBFA0F5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62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189DD4-FE98-7ABF-5559-FF54A2B6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13FB51-E26E-BFA9-266F-92E457B79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AB4D0A-AFF2-00B9-E3F2-680F71BCF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151A3D-62DB-EF70-7596-3235A602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1CC5-60B0-494E-8C4F-C8371B761249}" type="datetime1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2693D-D2AC-25D9-2F53-5D3C4BCF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2B6BA5-32AF-D4D4-A5BF-657F8F83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28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EA2BB-6A8C-8056-7727-BA4BA19E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CAA6CA-1018-DFD7-FC76-2629DABFD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568A9-0847-8179-5DD1-D9205541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2EB23-1332-43D6-8AE3-F09050E9B3CF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8D9C84-6B0F-6DDF-ED16-A9728B32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7B32BC-27A6-7824-B190-CB682F02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74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451F5B-E03F-02B4-E1BD-29867C6A8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894FA8-00A6-E68A-18FA-C2FDC817D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A1FDC1-B10F-2A2D-FAF7-0926ECD5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00B-B88B-4781-94D6-0B3F12360BF1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530ACA-BACC-AF28-ADB3-344FF347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4FB864-6448-F6EB-0DC5-41E5444B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31BC3B-8546-7105-FFD7-DD8AB4E8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747EA6-137F-034A-2356-75DDB4FF0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9E23B-8DF2-89F8-5348-55D8AEBFA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EF7E9-7582-407C-9961-E298AEBA4FC8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76A998-B692-C6B1-14A1-7AA127815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CCDA9B-8433-A344-4810-2900BFE21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B4D2D-F353-4EDB-926D-2C1531270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72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6B338-721A-BA50-C570-E788E0236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BB7A36-CE88-B234-6EEE-D114DAF71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Exploitation pédagogique d'une activité pratique relative à l'approche globale d'un système pluritechnologique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E4110-9986-7CD4-C639-E560D2AE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D71B-339A-49D8-A30C-4185536576FF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0AEB49-49F9-5F65-E2E5-176FC139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2F5A01-AF95-70F4-2ABE-7FCA7179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78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DF311-7DE9-3E4C-52CC-54991440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B7991F-9226-16D5-E71C-2C60948B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Architecture de la séquence </a:t>
            </a:r>
            <a:r>
              <a:rPr lang="fr-FR" sz="900" dirty="0"/>
              <a:t>5min</a:t>
            </a:r>
          </a:p>
          <a:p>
            <a:pPr lvl="1"/>
            <a:r>
              <a:rPr lang="fr-FR" dirty="0"/>
              <a:t>Présentation de la filière</a:t>
            </a:r>
          </a:p>
          <a:p>
            <a:pPr lvl="1"/>
            <a:r>
              <a:rPr lang="fr-FR" dirty="0"/>
              <a:t>Modalités pédagogiques</a:t>
            </a:r>
          </a:p>
          <a:p>
            <a:pPr lvl="1"/>
            <a:r>
              <a:rPr lang="fr-FR" dirty="0"/>
              <a:t>Compétences et connaissances visées</a:t>
            </a:r>
          </a:p>
          <a:p>
            <a:pPr lvl="1"/>
            <a:r>
              <a:rPr lang="fr-FR" dirty="0"/>
              <a:t>Prérequis et positionnement temporel </a:t>
            </a:r>
          </a:p>
          <a:p>
            <a:pPr lvl="1"/>
            <a:r>
              <a:rPr lang="fr-FR" dirty="0"/>
              <a:t>Trame générale de séquence</a:t>
            </a:r>
          </a:p>
          <a:p>
            <a:r>
              <a:rPr lang="fr-FR" dirty="0"/>
              <a:t>Détails des séances </a:t>
            </a:r>
            <a:r>
              <a:rPr lang="fr-FR" sz="900" dirty="0"/>
              <a:t>10min</a:t>
            </a:r>
          </a:p>
          <a:p>
            <a:r>
              <a:rPr lang="fr-FR" dirty="0"/>
              <a:t>Pertinence du support didactisé </a:t>
            </a:r>
            <a:r>
              <a:rPr lang="fr-FR" sz="900" dirty="0"/>
              <a:t>5min</a:t>
            </a:r>
            <a:endParaRPr lang="fr-FR" dirty="0"/>
          </a:p>
          <a:p>
            <a:r>
              <a:rPr lang="fr-FR" dirty="0"/>
              <a:t>Activité à caractère expérimental </a:t>
            </a:r>
            <a:r>
              <a:rPr lang="fr-FR" sz="900" dirty="0"/>
              <a:t>10min</a:t>
            </a:r>
          </a:p>
          <a:p>
            <a:r>
              <a:rPr lang="fr-FR" dirty="0"/>
              <a:t>Conclusion des valeurs ajoutées pédagogiques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01727D-6179-6306-CFF7-69F6843F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F184-3E85-40CD-A923-9EA83257FB61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B83E83-BA13-EC52-B647-721F4CDF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Comax</a:t>
            </a:r>
            <a:r>
              <a:rPr lang="fr-FR" dirty="0"/>
              <a:t>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791051-F546-4474-7C5D-938464B4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567F-B8B0-4819-92B1-3BD535F7778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40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591BE-B8F9-6603-C2E9-5F8B1AB3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cycle Terminale STI2D</a:t>
            </a:r>
          </a:p>
        </p:txBody>
      </p:sp>
      <p:pic>
        <p:nvPicPr>
          <p:cNvPr id="7" name="Espace réservé du contenu 6" descr="Le Bac STI2D - Lycée Pierre Caraminot">
            <a:extLst>
              <a:ext uri="{FF2B5EF4-FFF2-40B4-BE49-F238E27FC236}">
                <a16:creationId xmlns:a16="http://schemas.microsoft.com/office/drawing/2014/main" id="{EA43F9E5-A42F-283B-584F-4D1AD672D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4596" y="1636174"/>
            <a:ext cx="6837816" cy="4351338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6B056D-8DE7-F06A-82E8-78A76909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10/03/2026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0C50E-08FC-AD3F-23EF-39C8C688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6ACC-A68C-4A5C-9615-B59A999884DC}" type="slidenum">
              <a:rPr lang="fr-FR" smtClean="0"/>
              <a:t>3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443BEA2-7223-7983-BCF6-33E3A21250DA}"/>
              </a:ext>
            </a:extLst>
          </p:cNvPr>
          <p:cNvSpPr txBox="1"/>
          <p:nvPr/>
        </p:nvSpPr>
        <p:spPr>
          <a:xfrm>
            <a:off x="111604" y="2026899"/>
            <a:ext cx="5022979" cy="356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Les 3 dimensions :</a:t>
            </a:r>
          </a:p>
          <a:p>
            <a:pPr marL="742950" lvl="1" indent="-285750" rtl="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Socio-culturelle : </a:t>
            </a:r>
            <a:r>
              <a:rPr lang="fr-FR" sz="1800" u="sng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technologie génétique</a:t>
            </a: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(passé), </a:t>
            </a:r>
            <a:r>
              <a:rPr lang="fr-FR" sz="1800" u="sng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générale</a:t>
            </a: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impact futur)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Scientifique et technique : analyser, expérimenter, simuler, investigation pratique, </a:t>
            </a:r>
            <a:r>
              <a:rPr lang="fr-FR" sz="1800" u="sng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technologie structurale </a:t>
            </a: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(assemblage de fonctions -&gt; usage)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r-FR" sz="1800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Ingénierie-design : imaginer, créer, concevoir (projet et prototype), </a:t>
            </a:r>
            <a:r>
              <a:rPr lang="fr-FR" sz="1800" u="sng" kern="1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technologie générique</a:t>
            </a:r>
            <a:endParaRPr lang="fr-FR" sz="18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863D83C-43CE-2110-4BC3-5720E6E3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Comax</a:t>
            </a:r>
            <a:r>
              <a:rPr lang="fr-FR" dirty="0"/>
              <a:t> - Cycle terminale STI2D</a:t>
            </a:r>
          </a:p>
        </p:txBody>
      </p:sp>
    </p:spTree>
    <p:extLst>
      <p:ext uri="{BB962C8B-B14F-4D97-AF65-F5344CB8AC3E}">
        <p14:creationId xmlns:p14="http://schemas.microsoft.com/office/powerpoint/2010/main" val="367929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890C6-C057-02EA-067C-6560CC5C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0B7633-AC00-D486-FD7F-C774973C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B845D-DD5B-70B3-CABC-D60B996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4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8924784-B0CA-7F4E-9F0F-57B7E41D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La filière PTSI-PT</a:t>
            </a:r>
          </a:p>
        </p:txBody>
      </p:sp>
      <p:sp>
        <p:nvSpPr>
          <p:cNvPr id="15" name="Bulle narrative : rectangle à coins arrondis 14">
            <a:extLst>
              <a:ext uri="{FF2B5EF4-FFF2-40B4-BE49-F238E27FC236}">
                <a16:creationId xmlns:a16="http://schemas.microsoft.com/office/drawing/2014/main" id="{F81E7264-37DB-FFBB-0FEB-F7A8BE1BEAE4}"/>
              </a:ext>
            </a:extLst>
          </p:cNvPr>
          <p:cNvSpPr/>
          <p:nvPr/>
        </p:nvSpPr>
        <p:spPr>
          <a:xfrm>
            <a:off x="8417859" y="4416526"/>
            <a:ext cx="2578608" cy="1194371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« Résoudre de façon innovante des problèmes inédits »</a:t>
            </a:r>
          </a:p>
        </p:txBody>
      </p:sp>
      <p:sp>
        <p:nvSpPr>
          <p:cNvPr id="16" name="Bulle narrative : rectangle à coins arrondis 15">
            <a:extLst>
              <a:ext uri="{FF2B5EF4-FFF2-40B4-BE49-F238E27FC236}">
                <a16:creationId xmlns:a16="http://schemas.microsoft.com/office/drawing/2014/main" id="{40078131-8F2E-84F6-26B3-C13CECFD85F4}"/>
              </a:ext>
            </a:extLst>
          </p:cNvPr>
          <p:cNvSpPr/>
          <p:nvPr/>
        </p:nvSpPr>
        <p:spPr>
          <a:xfrm>
            <a:off x="1187371" y="1486509"/>
            <a:ext cx="2578608" cy="1194371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« Des méthodes et des outils pour s’adapter à l’évolution des sciences »</a:t>
            </a:r>
          </a:p>
        </p:txBody>
      </p:sp>
      <p:pic>
        <p:nvPicPr>
          <p:cNvPr id="17" name="Image 16" descr="Enseignements technologiques en CPGE - éduscol STI">
            <a:extLst>
              <a:ext uri="{FF2B5EF4-FFF2-40B4-BE49-F238E27FC236}">
                <a16:creationId xmlns:a16="http://schemas.microsoft.com/office/drawing/2014/main" id="{6A3F4120-A937-8253-6E56-6E61BEE6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17" y="509402"/>
            <a:ext cx="6651807" cy="3305948"/>
          </a:xfrm>
          <a:prstGeom prst="rect">
            <a:avLst/>
          </a:prstGeom>
        </p:spPr>
      </p:pic>
      <p:pic>
        <p:nvPicPr>
          <p:cNvPr id="18" name="Espace réservé du contenu 9">
            <a:extLst>
              <a:ext uri="{FF2B5EF4-FFF2-40B4-BE49-F238E27FC236}">
                <a16:creationId xmlns:a16="http://schemas.microsoft.com/office/drawing/2014/main" id="{A7F3895A-F9C4-76C4-9B26-851EC0DDA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4769"/>
          <a:stretch>
            <a:fillRect/>
          </a:stretch>
        </p:blipFill>
        <p:spPr>
          <a:xfrm>
            <a:off x="-5530" y="3181751"/>
            <a:ext cx="6878063" cy="3012567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3DE6D94-3430-23FB-D60C-F67FD152F6D4}"/>
              </a:ext>
            </a:extLst>
          </p:cNvPr>
          <p:cNvSpPr/>
          <p:nvPr/>
        </p:nvSpPr>
        <p:spPr>
          <a:xfrm>
            <a:off x="2538556" y="4209137"/>
            <a:ext cx="1789889" cy="866985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Compétences PTSI-PT</a:t>
            </a:r>
          </a:p>
        </p:txBody>
      </p:sp>
    </p:spTree>
    <p:extLst>
      <p:ext uri="{BB962C8B-B14F-4D97-AF65-F5344CB8AC3E}">
        <p14:creationId xmlns:p14="http://schemas.microsoft.com/office/powerpoint/2010/main" val="26608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7B86-14F8-EC01-B43C-29C408F1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2CF6E4-E456-BFFF-CE61-4FA80EDB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4BE299-751C-19C1-6BB6-D40D1599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50D56-CB2A-5FEF-069E-9AA94917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5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6955EEC-DB79-A02E-3374-91B8DF5FA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La filière TSI</a:t>
            </a:r>
          </a:p>
        </p:txBody>
      </p:sp>
      <p:sp>
        <p:nvSpPr>
          <p:cNvPr id="15" name="Bulle narrative : rectangle à coins arrondis 14">
            <a:extLst>
              <a:ext uri="{FF2B5EF4-FFF2-40B4-BE49-F238E27FC236}">
                <a16:creationId xmlns:a16="http://schemas.microsoft.com/office/drawing/2014/main" id="{1592BDF9-F410-3E8E-E023-71AFEBBD4B36}"/>
              </a:ext>
            </a:extLst>
          </p:cNvPr>
          <p:cNvSpPr/>
          <p:nvPr/>
        </p:nvSpPr>
        <p:spPr>
          <a:xfrm>
            <a:off x="8417859" y="4416526"/>
            <a:ext cx="2578608" cy="1194371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« Résoudre de façon innovante des problèmes inédits »</a:t>
            </a:r>
          </a:p>
        </p:txBody>
      </p:sp>
      <p:sp>
        <p:nvSpPr>
          <p:cNvPr id="16" name="Bulle narrative : rectangle à coins arrondis 15">
            <a:extLst>
              <a:ext uri="{FF2B5EF4-FFF2-40B4-BE49-F238E27FC236}">
                <a16:creationId xmlns:a16="http://schemas.microsoft.com/office/drawing/2014/main" id="{47995D53-D016-C7FB-7A3E-C63714C8CE86}"/>
              </a:ext>
            </a:extLst>
          </p:cNvPr>
          <p:cNvSpPr/>
          <p:nvPr/>
        </p:nvSpPr>
        <p:spPr>
          <a:xfrm>
            <a:off x="1187371" y="1486509"/>
            <a:ext cx="2578608" cy="1194371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« Des méthodes et des outils pour s’adapter à l’évolution des sciences »</a:t>
            </a:r>
          </a:p>
        </p:txBody>
      </p:sp>
      <p:pic>
        <p:nvPicPr>
          <p:cNvPr id="17" name="Image 16" descr="Enseignements technologiques en CPGE - éduscol STI">
            <a:extLst>
              <a:ext uri="{FF2B5EF4-FFF2-40B4-BE49-F238E27FC236}">
                <a16:creationId xmlns:a16="http://schemas.microsoft.com/office/drawing/2014/main" id="{EE79C7A3-0383-3A41-D11D-1358D7DE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17" y="509402"/>
            <a:ext cx="6651807" cy="3305948"/>
          </a:xfrm>
          <a:prstGeom prst="rect">
            <a:avLst/>
          </a:prstGeom>
        </p:spPr>
      </p:pic>
      <p:pic>
        <p:nvPicPr>
          <p:cNvPr id="18" name="Espace réservé du contenu 9">
            <a:extLst>
              <a:ext uri="{FF2B5EF4-FFF2-40B4-BE49-F238E27FC236}">
                <a16:creationId xmlns:a16="http://schemas.microsoft.com/office/drawing/2014/main" id="{88337FF0-F3A4-A84D-EDEB-BC642FFD2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4769"/>
          <a:stretch>
            <a:fillRect/>
          </a:stretch>
        </p:blipFill>
        <p:spPr>
          <a:xfrm>
            <a:off x="-5530" y="3181751"/>
            <a:ext cx="6878063" cy="3012567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8CF6C83-7ADE-4889-F75C-D2B595556989}"/>
              </a:ext>
            </a:extLst>
          </p:cNvPr>
          <p:cNvSpPr/>
          <p:nvPr/>
        </p:nvSpPr>
        <p:spPr>
          <a:xfrm>
            <a:off x="2538556" y="4209137"/>
            <a:ext cx="1789889" cy="866985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Compétences TSI</a:t>
            </a:r>
          </a:p>
        </p:txBody>
      </p:sp>
    </p:spTree>
    <p:extLst>
      <p:ext uri="{BB962C8B-B14F-4D97-AF65-F5344CB8AC3E}">
        <p14:creationId xmlns:p14="http://schemas.microsoft.com/office/powerpoint/2010/main" val="223591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DCA9A-CD03-0671-7A66-0C2AA559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GMP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2D3CD1-D921-64C8-C354-9B161A712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Des généralistes de l’industrie mécanique, capable de mettre sur le marché des produits : conception, industrialisation, organisation de la production</a:t>
            </a:r>
          </a:p>
          <a:p>
            <a:pPr lvl="0"/>
            <a:r>
              <a:rPr lang="fr-FR" dirty="0"/>
              <a:t>Duo ressources et apprentissages critiques (compétences et connaissances)</a:t>
            </a:r>
          </a:p>
          <a:p>
            <a:pPr lvl="0"/>
            <a:r>
              <a:rPr lang="fr-FR" dirty="0"/>
              <a:t>Programme écrit en collaboration avec le bassin industriel local pour répondre aux attentes du terrain </a:t>
            </a:r>
          </a:p>
          <a:p>
            <a:pPr lvl="0"/>
            <a:r>
              <a:rPr lang="fr-FR" dirty="0"/>
              <a:t>Evaluation en situation des compétences via les SAE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141230-DF69-5751-438D-742343F6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0564DB-F02A-8EBF-214D-A3A9AD0A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2F7B8C-F3B9-A0E9-EF5B-CD828EB3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6</a:t>
            </a:fld>
            <a:endParaRPr lang="fr-FR"/>
          </a:p>
        </p:txBody>
      </p:sp>
      <p:pic>
        <p:nvPicPr>
          <p:cNvPr id="8" name="Image 7" descr="BUT GMP parcours Innovation pour l'industrie - Toulouse - Université de  Toulouse">
            <a:extLst>
              <a:ext uri="{FF2B5EF4-FFF2-40B4-BE49-F238E27FC236}">
                <a16:creationId xmlns:a16="http://schemas.microsoft.com/office/drawing/2014/main" id="{2A282263-B8BB-B8FE-9966-A2367B405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228"/>
          <a:stretch>
            <a:fillRect/>
          </a:stretch>
        </p:blipFill>
        <p:spPr>
          <a:xfrm>
            <a:off x="3936654" y="266764"/>
            <a:ext cx="7735500" cy="1325563"/>
          </a:xfrm>
          <a:prstGeom prst="rect">
            <a:avLst/>
          </a:prstGeom>
        </p:spPr>
      </p:pic>
      <p:pic>
        <p:nvPicPr>
          <p:cNvPr id="9" name="Image 8" descr="BUT GMP parcours Conception et production durables - Toulouse - Université  de Toulouse">
            <a:extLst>
              <a:ext uri="{FF2B5EF4-FFF2-40B4-BE49-F238E27FC236}">
                <a16:creationId xmlns:a16="http://schemas.microsoft.com/office/drawing/2014/main" id="{14A3F69A-8E20-8755-121B-BE072607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00" t="5911" b="87037"/>
          <a:stretch>
            <a:fillRect/>
          </a:stretch>
        </p:blipFill>
        <p:spPr>
          <a:xfrm>
            <a:off x="7600950" y="5522976"/>
            <a:ext cx="3997656" cy="362712"/>
          </a:xfrm>
          <a:prstGeom prst="rect">
            <a:avLst/>
          </a:prstGeom>
        </p:spPr>
      </p:pic>
      <p:pic>
        <p:nvPicPr>
          <p:cNvPr id="10" name="Image 9" descr="BUT GMP parcours Management de process industriel - Toulouse - Université  de Toulouse">
            <a:extLst>
              <a:ext uri="{FF2B5EF4-FFF2-40B4-BE49-F238E27FC236}">
                <a16:creationId xmlns:a16="http://schemas.microsoft.com/office/drawing/2014/main" id="{3C6DF247-50A5-EDBD-AEAD-7A65C7F3F7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76" t="5926" r="11043" b="88889"/>
          <a:stretch>
            <a:fillRect/>
          </a:stretch>
        </p:blipFill>
        <p:spPr>
          <a:xfrm>
            <a:off x="6142291" y="6089650"/>
            <a:ext cx="3324225" cy="2667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034671A-6D39-B384-A376-D9DDB82BC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792145"/>
            <a:ext cx="3138394" cy="26092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D3E5022-6185-E3EC-9421-0F461ECA9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14" y="5479408"/>
            <a:ext cx="3654361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BTS CPRP - conception des processus de réalisation de produits - PAGE DE  TEST | Lycée Joliot Curie">
            <a:extLst>
              <a:ext uri="{FF2B5EF4-FFF2-40B4-BE49-F238E27FC236}">
                <a16:creationId xmlns:a16="http://schemas.microsoft.com/office/drawing/2014/main" id="{84C8C3F0-1B96-557A-8DD9-BC2F67AE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0" y="136525"/>
            <a:ext cx="3569208" cy="3441610"/>
          </a:xfrm>
          <a:prstGeom prst="rect">
            <a:avLst/>
          </a:prstGeom>
        </p:spPr>
      </p:pic>
      <p:pic>
        <p:nvPicPr>
          <p:cNvPr id="8" name="Image 7" descr="BTS CPRP - conception des processus de réalisation de produits - PAGE DE  TEST | Lycée Joliot Curie">
            <a:extLst>
              <a:ext uri="{FF2B5EF4-FFF2-40B4-BE49-F238E27FC236}">
                <a16:creationId xmlns:a16="http://schemas.microsoft.com/office/drawing/2014/main" id="{55FEB6D2-AB15-A72E-B701-CDA0F6BAA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373"/>
          <a:stretch>
            <a:fillRect/>
          </a:stretch>
        </p:blipFill>
        <p:spPr>
          <a:xfrm>
            <a:off x="838200" y="715578"/>
            <a:ext cx="4896533" cy="283134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DA89C65-3E3D-D32B-85FC-2BBB5ED3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BTS CPI/CRSA/CPRP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E5790B-376F-32E6-1138-3E3947CD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109E2A-8CBA-1479-CD10-3B255A4E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32968-94AD-6110-724E-161114C9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 descr="BTS Conception et réalisation de systèmes automatiques - PAGE DE TEST |  Lycée Joliot Curie">
            <a:extLst>
              <a:ext uri="{FF2B5EF4-FFF2-40B4-BE49-F238E27FC236}">
                <a16:creationId xmlns:a16="http://schemas.microsoft.com/office/drawing/2014/main" id="{984112F4-F882-F133-762D-FE263F76A1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14"/>
          <a:stretch>
            <a:fillRect/>
          </a:stretch>
        </p:blipFill>
        <p:spPr>
          <a:xfrm>
            <a:off x="942989" y="3429000"/>
            <a:ext cx="4791744" cy="2875923"/>
          </a:xfrm>
          <a:prstGeom prst="rect">
            <a:avLst/>
          </a:prstGeom>
        </p:spPr>
      </p:pic>
      <p:pic>
        <p:nvPicPr>
          <p:cNvPr id="9" name="Image 8" descr="BTS Conception et réalisation de systèmes automatiques - PAGE DE TEST |  Lycée Joliot Curie">
            <a:extLst>
              <a:ext uri="{FF2B5EF4-FFF2-40B4-BE49-F238E27FC236}">
                <a16:creationId xmlns:a16="http://schemas.microsoft.com/office/drawing/2014/main" id="{525B329C-D211-76C8-E51F-315EBD0AC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533" y="3546919"/>
            <a:ext cx="3495897" cy="334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2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D31A9-4BAF-532E-6823-FCACB911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Modalités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F8B693-221A-914A-0237-7FD30824E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583EA9-0526-2F52-FE9B-B690EA81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ADA579-3C3A-02A4-40EB-CA94FF3C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D5282B-EFBC-C95F-BAB1-216CBB66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819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A40F9-5543-C2F5-A132-0C006041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 et connaissances visées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8DB57-CA81-E4BE-5060-60ACDBE0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20D60-9243-D745-FDB1-34C530EE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434697-E09D-CB59-D05D-08E005D2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FC2F92-D745-3790-0C7D-C7531DDB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49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96BBC-668E-FE2E-FC56-6D5BBDAE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et positionnement temporel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3E34F4-F285-7DA8-5B72-4EBCAFE9F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D92D91-9BC4-7417-D16C-E89055DC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116659-AF31-3458-9421-C0FCA528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62996-0416-1716-472F-E89B9A68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354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9FF2B-EB06-A0DB-81E8-C94AD8A0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Trame générale de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C2508-9063-FDB6-B5ED-6BE6CE63B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2AE0AC-AE5F-6C0A-4BEE-734F225F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7E6284-DE86-F381-E8A9-5496A59A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92C252-9A4D-A7A6-A5DD-3F364459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66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324FB5-D5D5-92FC-DF98-EB6C4556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Semaine 1 – détails des séances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B5D5F7-6085-BACC-0D5E-45AFC991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FEFB63-FCA7-9B70-B0B7-8E8E12FD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A0C00A-F75F-DDB7-4C88-EC157A9B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9279D8-91B2-1A5D-928C-D6E4DE09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0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65EA-AD42-F2C9-3131-7F7DA0A0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F819B0-1ACA-F2FD-221E-CC12DF3F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Semaine 2 – détails des séances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5F3D1-59B0-ACEA-ED30-E7A9812AA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408D51-1876-9397-475A-C0102799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2DD7CC-4BD0-8182-37D1-3BBDB4BA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A62FEE-4488-F187-3009-F6C359DA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5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CD816-16DF-08EC-9BAC-6DCC844F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Pertinence du support didactisé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77D67A-6371-DEF8-72B8-15A24D6B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1B4C24-7696-29F8-5CBB-E2C6EFFD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CAAAB-A436-8109-E5FA-A02D92A9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DDB78D-E8A7-527D-19AB-020F6BAC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83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92FED-CA48-B45E-54B8-93CD7969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Activité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90E83-2DDB-4E45-3D73-67F2242B1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21EA62-8F75-57AB-4704-1BB1349D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22A56-51C5-465C-D523-DCCB3446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E33A3F-9FEE-1F63-EFAC-A3A19306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44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315C6-8D65-13B2-8ACF-6DFC0BB9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Conclusion des valeurs ajoutées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F06639-F2A7-4EA3-EC87-E431E6BE8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987588-D279-A7BF-3151-008F26F0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74A4-D24D-4F1A-9EBF-06FDB8DB6996}" type="datetime1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6BB027-2E6D-E573-4A7E-6542BD64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 Comax - Cycle terminale STI2D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E5B94-9D92-5A70-0C3B-6FA878AC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4D2D-F353-4EDB-926D-2C153127025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8567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Grand écran</PresentationFormat>
  <Paragraphs>88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Thème Office</vt:lpstr>
      <vt:lpstr>Présentation PowerPoint</vt:lpstr>
      <vt:lpstr>Sommaire</vt:lpstr>
      <vt:lpstr>Le cycle Terminale STI2D</vt:lpstr>
      <vt:lpstr>La filière PTSI-PT</vt:lpstr>
      <vt:lpstr>La filière TSI</vt:lpstr>
      <vt:lpstr>BUT GMP</vt:lpstr>
      <vt:lpstr>BTS CPI/CRSA/CPRP</vt:lpstr>
      <vt:lpstr>Modalités pédagogiques</vt:lpstr>
      <vt:lpstr>Compétences et connaissances visées</vt:lpstr>
      <vt:lpstr>Prérequis et positionnement temporel </vt:lpstr>
      <vt:lpstr>Trame générale de séquence</vt:lpstr>
      <vt:lpstr>Semaine 1 – détails des séances</vt:lpstr>
      <vt:lpstr>Semaine 2 – détails des séances</vt:lpstr>
      <vt:lpstr>Pertinence du support didactisé</vt:lpstr>
      <vt:lpstr>Activité à caractère expérimental</vt:lpstr>
      <vt:lpstr>Conclusion des valeurs ajoutées pédagogiques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Hugues Brice</dc:creator>
  <cp:lastModifiedBy>Hugues Brice</cp:lastModifiedBy>
  <cp:revision>1</cp:revision>
  <dcterms:created xsi:type="dcterms:W3CDTF">2026-05-18T09:49:19Z</dcterms:created>
  <dcterms:modified xsi:type="dcterms:W3CDTF">2026-05-18T12:35:14Z</dcterms:modified>
</cp:coreProperties>
</file>