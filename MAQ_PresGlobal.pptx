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27"/>
  </p:notesMasterIdLst>
  <p:sldIdLst>
    <p:sldId id="256" r:id="rId2"/>
    <p:sldId id="257" r:id="rId3"/>
    <p:sldId id="262" r:id="rId4"/>
    <p:sldId id="263" r:id="rId5"/>
    <p:sldId id="265" r:id="rId6"/>
    <p:sldId id="268" r:id="rId7"/>
    <p:sldId id="266" r:id="rId8"/>
    <p:sldId id="276" r:id="rId9"/>
    <p:sldId id="277" r:id="rId10"/>
    <p:sldId id="284" r:id="rId11"/>
    <p:sldId id="285" r:id="rId12"/>
    <p:sldId id="286" r:id="rId13"/>
    <p:sldId id="271" r:id="rId14"/>
    <p:sldId id="269" r:id="rId15"/>
    <p:sldId id="287" r:id="rId16"/>
    <p:sldId id="260" r:id="rId17"/>
    <p:sldId id="279" r:id="rId18"/>
    <p:sldId id="280" r:id="rId19"/>
    <p:sldId id="278" r:id="rId20"/>
    <p:sldId id="272" r:id="rId21"/>
    <p:sldId id="282" r:id="rId22"/>
    <p:sldId id="273" r:id="rId23"/>
    <p:sldId id="28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74BC9097-585B-485D-BC93-0177D576A349}">
          <p14:sldIdLst>
            <p14:sldId id="256"/>
          </p14:sldIdLst>
        </p14:section>
        <p14:section name="Sommaire" id="{418974AC-9ED8-4844-A7B6-44AB019734F8}">
          <p14:sldIdLst>
            <p14:sldId id="257"/>
          </p14:sldIdLst>
        </p14:section>
        <p14:section name="Présentation de la séquence pédagogique" id="{74DEC717-5837-470B-A99A-3F477BCBD0C6}">
          <p14:sldIdLst>
            <p14:sldId id="262"/>
          </p14:sldIdLst>
        </p14:section>
        <p14:section name="Contexte de la filière" id="{6071A6E2-9DE2-47C4-81F8-C3279089F8EF}">
          <p14:sldIdLst>
            <p14:sldId id="263"/>
          </p14:sldIdLst>
        </p14:section>
        <p14:section name="Modalité et contenu" id="{D7246498-8261-4DEF-B54B-CD1426AB1115}">
          <p14:sldIdLst>
            <p14:sldId id="265"/>
            <p14:sldId id="268"/>
            <p14:sldId id="266"/>
          </p14:sldIdLst>
        </p14:section>
        <p14:section name="Début Séquence" id="{63A3B0AA-2164-4161-8F96-A40CDF955778}">
          <p14:sldIdLst>
            <p14:sldId id="276"/>
            <p14:sldId id="277"/>
            <p14:sldId id="284"/>
            <p14:sldId id="285"/>
            <p14:sldId id="286"/>
          </p14:sldIdLst>
        </p14:section>
        <p14:section name="Évaluation" id="{A8EDA3F5-498D-40C0-8AC6-E93A93781C47}">
          <p14:sldIdLst>
            <p14:sldId id="271"/>
          </p14:sldIdLst>
        </p14:section>
        <p14:section name="Séquence" id="{B3637AB5-D08D-46B6-8604-6CE1066CE0A6}">
          <p14:sldIdLst>
            <p14:sldId id="269"/>
            <p14:sldId id="287"/>
          </p14:sldIdLst>
        </p14:section>
        <p14:section name="Présentation du système didactisé" id="{D02495CD-48A6-40B1-A35C-76DF5395AF5B}">
          <p14:sldIdLst>
            <p14:sldId id="260"/>
            <p14:sldId id="279"/>
            <p14:sldId id="280"/>
          </p14:sldIdLst>
        </p14:section>
        <p14:section name="Présentation de la séquence pédagogique" id="{78D1BA11-83C6-4016-B96D-76C97B425BD7}">
          <p14:sldIdLst>
            <p14:sldId id="278"/>
          </p14:sldIdLst>
        </p14:section>
        <p14:section name="Séance à Caractère Expérimenal" id="{FD44380C-DC21-43B1-8CFB-1A441F1C1420}">
          <p14:sldIdLst>
            <p14:sldId id="272"/>
            <p14:sldId id="282"/>
            <p14:sldId id="273"/>
            <p14:sldId id="283"/>
          </p14:sldIdLst>
        </p14:section>
        <p14:section name="Conclusion" id="{D632A153-8878-4482-B04C-AEC8415B1CD7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830C1-6284-4F2D-AF97-D59F02B68BE6}" v="47" dt="2026-06-07T12:56:26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5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ues Brice" userId="c7df3fbd-a2ff-4947-a36f-3c79731735f9" providerId="ADAL" clId="{11C87FC2-1AF0-40DF-92CC-B891D987192B}"/>
    <pc:docChg chg="undo custSel addSld delSld modSld sldOrd modMainMaster modSection">
      <pc:chgData name="Hugues Brice" userId="c7df3fbd-a2ff-4947-a36f-3c79731735f9" providerId="ADAL" clId="{11C87FC2-1AF0-40DF-92CC-B891D987192B}" dt="2026-06-07T13:05:28.788" v="425" actId="478"/>
      <pc:docMkLst>
        <pc:docMk/>
      </pc:docMkLst>
      <pc:sldChg chg="addSp delSp modSp mod chgLayout">
        <pc:chgData name="Hugues Brice" userId="c7df3fbd-a2ff-4947-a36f-3c79731735f9" providerId="ADAL" clId="{11C87FC2-1AF0-40DF-92CC-B891D987192B}" dt="2026-06-07T12:56:58.890" v="424" actId="1076"/>
        <pc:sldMkLst>
          <pc:docMk/>
          <pc:sldMk cId="1058381198" sldId="256"/>
        </pc:sldMkLst>
        <pc:spChg chg="mod ord">
          <ac:chgData name="Hugues Brice" userId="c7df3fbd-a2ff-4947-a36f-3c79731735f9" providerId="ADAL" clId="{11C87FC2-1AF0-40DF-92CC-B891D987192B}" dt="2026-06-07T12:56:58.890" v="424" actId="1076"/>
          <ac:spMkLst>
            <pc:docMk/>
            <pc:sldMk cId="1058381198" sldId="256"/>
            <ac:spMk id="2" creationId="{72E1344C-802D-F5C3-6668-E884402768E0}"/>
          </ac:spMkLst>
        </pc:spChg>
        <pc:spChg chg="mod ord">
          <ac:chgData name="Hugues Brice" userId="c7df3fbd-a2ff-4947-a36f-3c79731735f9" providerId="ADAL" clId="{11C87FC2-1AF0-40DF-92CC-B891D987192B}" dt="2026-06-07T12:56:58.890" v="424" actId="1076"/>
          <ac:spMkLst>
            <pc:docMk/>
            <pc:sldMk cId="1058381198" sldId="256"/>
            <ac:spMk id="3" creationId="{EB5A5FBB-EE00-B50C-DB06-9F4832DA652D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058381198" sldId="256"/>
            <ac:spMk id="4" creationId="{E8C9DADD-C515-2532-54B3-59090AF77282}"/>
          </ac:spMkLst>
        </pc:spChg>
        <pc:spChg chg="mod">
          <ac:chgData name="Hugues Brice" userId="c7df3fbd-a2ff-4947-a36f-3c79731735f9" providerId="ADAL" clId="{11C87FC2-1AF0-40DF-92CC-B891D987192B}" dt="2026-06-07T12:53:31.838" v="392" actId="20577"/>
          <ac:spMkLst>
            <pc:docMk/>
            <pc:sldMk cId="1058381198" sldId="256"/>
            <ac:spMk id="5" creationId="{BDFFC0B0-168A-3FED-EC8E-AC3BD66206D0}"/>
          </ac:spMkLst>
        </pc:spChg>
        <pc:spChg chg="add mod">
          <ac:chgData name="Hugues Brice" userId="c7df3fbd-a2ff-4947-a36f-3c79731735f9" providerId="ADAL" clId="{11C87FC2-1AF0-40DF-92CC-B891D987192B}" dt="2026-06-07T12:55:20.643" v="409" actId="404"/>
          <ac:spMkLst>
            <pc:docMk/>
            <pc:sldMk cId="1058381198" sldId="256"/>
            <ac:spMk id="6" creationId="{4AF0B13B-80A0-32C6-669E-D24D85A4D2AD}"/>
          </ac:spMkLst>
        </pc:spChg>
        <pc:spChg chg="add del">
          <ac:chgData name="Hugues Brice" userId="c7df3fbd-a2ff-4947-a36f-3c79731735f9" providerId="ADAL" clId="{11C87FC2-1AF0-40DF-92CC-B891D987192B}" dt="2026-06-07T12:52:07.023" v="374" actId="478"/>
          <ac:spMkLst>
            <pc:docMk/>
            <pc:sldMk cId="1058381198" sldId="256"/>
            <ac:spMk id="8" creationId="{535B3D15-139D-1510-AB5C-7B7C16D2F31A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058381198" sldId="256"/>
            <ac:spMk id="9" creationId="{41F6F2A5-27FA-1997-AC3B-3248730693B2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058381198" sldId="256"/>
            <ac:spMk id="10" creationId="{A7087968-E145-6E25-83F8-8BBAED787A23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058381198" sldId="256"/>
            <ac:spMk id="11" creationId="{BAE3F148-66CD-51EA-E11B-A04E66F212EB}"/>
          </ac:spMkLst>
        </pc:spChg>
        <pc:spChg chg="add">
          <ac:chgData name="Hugues Brice" userId="c7df3fbd-a2ff-4947-a36f-3c79731735f9" providerId="ADAL" clId="{11C87FC2-1AF0-40DF-92CC-B891D987192B}" dt="2026-06-07T12:56:21.819" v="410"/>
          <ac:spMkLst>
            <pc:docMk/>
            <pc:sldMk cId="1058381198" sldId="256"/>
            <ac:spMk id="12" creationId="{A11B9CB0-1ED3-2D5C-D246-C154CE3A5570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058381198" sldId="256"/>
            <ac:spMk id="13" creationId="{02FB5E9A-7191-C88B-577F-AFE39C07936D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058381198" sldId="256"/>
            <ac:spMk id="14" creationId="{6BB66BC8-3FE2-B95C-9AE2-920A81151532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058381198" sldId="256"/>
            <ac:spMk id="15" creationId="{3CB963FD-3D43-D195-0B27-6E60841FF393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111395170" sldId="257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11395170" sldId="257"/>
            <ac:spMk id="4" creationId="{B38AEE7B-DB50-EEE5-E200-87B127E33CCF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11395170" sldId="257"/>
            <ac:spMk id="5" creationId="{FE1ACFA8-29E4-038B-038D-B86C51E4FB6E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11395170" sldId="257"/>
            <ac:spMk id="6" creationId="{B1D0B67A-95B3-6BA0-A611-4A539AB44DEA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11395170" sldId="257"/>
            <ac:spMk id="7" creationId="{BAA9F357-2273-2C39-9A72-EC779A39A7E8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11395170" sldId="257"/>
            <ac:spMk id="8" creationId="{D3D7F682-F3F5-0B77-E9FD-E3A79591115A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11395170" sldId="257"/>
            <ac:spMk id="9" creationId="{BBFE7919-C58B-7CE2-37B1-D78CE6658F8D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11395170" sldId="257"/>
            <ac:spMk id="12" creationId="{EDCABD65-03A4-1202-E919-180E93F2B98D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11395170" sldId="257"/>
            <ac:spMk id="13" creationId="{7761771F-4508-131B-958D-ED3AE1B2A485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11395170" sldId="257"/>
            <ac:spMk id="14" creationId="{7C9DAD16-5786-AC4B-734B-5F9B218551BF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179456515" sldId="260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79456515" sldId="260"/>
            <ac:spMk id="4" creationId="{FC56BF3B-EC0B-ABCA-0499-3DB2CFDE0403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79456515" sldId="260"/>
            <ac:spMk id="5" creationId="{4BF94A4F-B7ED-DDE5-0174-D5F9E739145C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79456515" sldId="260"/>
            <ac:spMk id="6" creationId="{98989753-6C0F-ECFD-5470-E4E96160B4A2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79456515" sldId="260"/>
            <ac:spMk id="7" creationId="{38B229CE-9B58-B0F1-0832-199C856E3251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79456515" sldId="260"/>
            <ac:spMk id="8" creationId="{A2FC703C-579D-E66F-9ABD-09BB1E103319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79456515" sldId="260"/>
            <ac:spMk id="9" creationId="{8977C208-F393-27BD-2013-4AEF63E1C5B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79456515" sldId="260"/>
            <ac:spMk id="12" creationId="{C793C6C9-F868-B6FE-9051-49ADDAE8B143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79456515" sldId="260"/>
            <ac:spMk id="13" creationId="{D7078BBF-34B7-67E0-51D6-97B4C6CDF2AE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79456515" sldId="260"/>
            <ac:spMk id="14" creationId="{CC0C488D-9D9B-B806-4E4F-C66B175FD197}"/>
          </ac:spMkLst>
        </pc:spChg>
      </pc:sldChg>
      <pc:sldChg chg="modSp del mod">
        <pc:chgData name="Hugues Brice" userId="c7df3fbd-a2ff-4947-a36f-3c79731735f9" providerId="ADAL" clId="{11C87FC2-1AF0-40DF-92CC-B891D987192B}" dt="2026-06-07T12:32:04.509" v="276" actId="47"/>
        <pc:sldMkLst>
          <pc:docMk/>
          <pc:sldMk cId="2653643583" sldId="261"/>
        </pc:sldMkLst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653643583" sldId="261"/>
            <ac:spMk id="4" creationId="{CFC4B19D-3F27-A52C-6A13-1C732FFE3A8C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653643583" sldId="261"/>
            <ac:spMk id="5" creationId="{64015CF7-56D8-0727-1E0D-3444C9FEC38A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653643583" sldId="261"/>
            <ac:spMk id="6" creationId="{C8B37360-714F-F41A-CE43-60C98F430CF4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471523159" sldId="262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471523159" sldId="262"/>
            <ac:spMk id="4" creationId="{5193003F-EBAA-FB9D-F1DD-FB8D5FF2C044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471523159" sldId="262"/>
            <ac:spMk id="5" creationId="{1422FC55-0445-5EEB-F3E6-3206A7ACB207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471523159" sldId="262"/>
            <ac:spMk id="6" creationId="{F7F0CCBD-BC96-E09F-AAEA-5835D192F407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471523159" sldId="262"/>
            <ac:spMk id="7" creationId="{1E706382-F6C9-C53A-D9CF-8ED21E73D99A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471523159" sldId="262"/>
            <ac:spMk id="8" creationId="{861FBCB8-9DC8-0A6F-0E41-CF021335CA70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471523159" sldId="262"/>
            <ac:spMk id="9" creationId="{31F323D2-847C-F65F-C6E4-825C2B4D0DEF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471523159" sldId="262"/>
            <ac:spMk id="12" creationId="{ADC00270-6D19-375E-6500-B419C572780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471523159" sldId="262"/>
            <ac:spMk id="13" creationId="{5C20246C-C82D-446A-79AF-705013BB74CF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471523159" sldId="262"/>
            <ac:spMk id="14" creationId="{0AC73509-14EE-4446-0ADE-5F6B32D61749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2020172637" sldId="263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20172637" sldId="263"/>
            <ac:spMk id="4" creationId="{FBDDA493-C0B5-0055-5885-4AF89AFB8A78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20172637" sldId="263"/>
            <ac:spMk id="5" creationId="{4F5B5EE8-418A-F11D-D63F-BFCEE1F1286D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020172637" sldId="263"/>
            <ac:spMk id="6" creationId="{F29118A1-C019-6AED-F2EC-687E34070E8B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020172637" sldId="263"/>
            <ac:spMk id="7" creationId="{FA5F9B72-D9CF-CC1C-6C72-03B46A49C4ED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020172637" sldId="263"/>
            <ac:spMk id="8" creationId="{BCD7D992-9C08-410A-6114-5E441CD101CC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20172637" sldId="263"/>
            <ac:spMk id="9" creationId="{5AD9F2F7-65C9-7023-8D1B-27A110C96E2D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20172637" sldId="263"/>
            <ac:spMk id="12" creationId="{1AA8C661-11DC-FCD2-0A98-4271778F08D5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20172637" sldId="263"/>
            <ac:spMk id="13" creationId="{8B37CFC7-FDE5-15B1-10E6-3431EBF6BEB7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20172637" sldId="263"/>
            <ac:spMk id="14" creationId="{3AFD7C5C-EF07-7536-AAB3-46A84EECDDB2}"/>
          </ac:spMkLst>
        </pc:spChg>
      </pc:sldChg>
      <pc:sldChg chg="modSp del">
        <pc:chgData name="Hugues Brice" userId="c7df3fbd-a2ff-4947-a36f-3c79731735f9" providerId="ADAL" clId="{11C87FC2-1AF0-40DF-92CC-B891D987192B}" dt="2026-06-07T12:11:37.384" v="12" actId="47"/>
        <pc:sldMkLst>
          <pc:docMk/>
          <pc:sldMk cId="2948027405" sldId="264"/>
        </pc:sldMkLst>
        <pc:spChg chg="mod">
          <ac:chgData name="Hugues Brice" userId="c7df3fbd-a2ff-4947-a36f-3c79731735f9" providerId="ADAL" clId="{11C87FC2-1AF0-40DF-92CC-B891D987192B}" dt="2026-06-07T12:09:39.945" v="5"/>
          <ac:spMkLst>
            <pc:docMk/>
            <pc:sldMk cId="2948027405" sldId="264"/>
            <ac:spMk id="4" creationId="{46DED23E-DF72-BBC0-6CE6-BE6D2253A243}"/>
          </ac:spMkLst>
        </pc:spChg>
        <pc:spChg chg="mod">
          <ac:chgData name="Hugues Brice" userId="c7df3fbd-a2ff-4947-a36f-3c79731735f9" providerId="ADAL" clId="{11C87FC2-1AF0-40DF-92CC-B891D987192B}" dt="2026-06-07T12:09:39.945" v="5"/>
          <ac:spMkLst>
            <pc:docMk/>
            <pc:sldMk cId="2948027405" sldId="264"/>
            <ac:spMk id="5" creationId="{E220F5FB-4AEA-0E53-3119-A81032826553}"/>
          </ac:spMkLst>
        </pc:spChg>
        <pc:spChg chg="mod">
          <ac:chgData name="Hugues Brice" userId="c7df3fbd-a2ff-4947-a36f-3c79731735f9" providerId="ADAL" clId="{11C87FC2-1AF0-40DF-92CC-B891D987192B}" dt="2026-06-07T12:09:39.945" v="5"/>
          <ac:spMkLst>
            <pc:docMk/>
            <pc:sldMk cId="2948027405" sldId="264"/>
            <ac:spMk id="6" creationId="{0C5343DC-792C-558F-8832-07AFEDF38666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2089394562" sldId="265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89394562" sldId="265"/>
            <ac:spMk id="2" creationId="{564A8A71-F321-9094-6BD5-8F1F9D4C6C50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89394562" sldId="265"/>
            <ac:spMk id="3" creationId="{4EBEDC38-2AAF-7F99-4424-D3E0CE4A2F41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89394562" sldId="265"/>
            <ac:spMk id="4" creationId="{4C132B0E-BBD0-46CE-879D-99A3D33BAA43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089394562" sldId="265"/>
            <ac:spMk id="7" creationId="{BF6C5B2B-F16A-0EDA-7D81-D07B7519D977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089394562" sldId="265"/>
            <ac:spMk id="8" creationId="{576EAA2C-C810-2101-0977-DA6CFDA2357D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089394562" sldId="265"/>
            <ac:spMk id="9" creationId="{0D9F1AF5-E9F9-9524-67FB-9FC97A79A8FE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89394562" sldId="265"/>
            <ac:spMk id="12" creationId="{E831D94B-54EE-9C8E-F82C-3AF41D7B3CD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89394562" sldId="265"/>
            <ac:spMk id="13" creationId="{B4AEC3D9-7605-9C42-16E1-91E8CEBAE55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089394562" sldId="265"/>
            <ac:spMk id="14" creationId="{C04D83B1-3B2A-E8DC-FE31-8E6AF6808E0F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101789138" sldId="266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01789138" sldId="266"/>
            <ac:spMk id="2" creationId="{459E145C-1A37-E04A-B28C-4A52D65B3251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01789138" sldId="266"/>
            <ac:spMk id="4" creationId="{83B79617-4CD9-1EE2-A8D2-CDF729064D64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01789138" sldId="266"/>
            <ac:spMk id="6" creationId="{3B12A8FE-501D-650D-6F49-F897768ACAB1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101789138" sldId="266"/>
            <ac:spMk id="7" creationId="{89087104-16C1-601B-FC5B-5E029D3ABA66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01789138" sldId="266"/>
            <ac:spMk id="8" creationId="{6E33080F-E441-B341-DC5F-BE0867EDCC3A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01789138" sldId="266"/>
            <ac:spMk id="11" creationId="{3A5B0F99-31A8-09ED-31F4-4A065BAF960F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01789138" sldId="266"/>
            <ac:spMk id="12" creationId="{468CCE3C-AE9D-A351-5D12-1764AE08E05E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101789138" sldId="266"/>
            <ac:spMk id="13" creationId="{245D8A27-D7A1-5C75-BFB6-4F15EA576DB3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571382793" sldId="268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571382793" sldId="268"/>
            <ac:spMk id="2" creationId="{A4657B54-AA24-7066-80DA-0CDBC518717F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571382793" sldId="268"/>
            <ac:spMk id="4" creationId="{ABAE06D8-4854-B1BC-D251-6AFBE808D67D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571382793" sldId="268"/>
            <ac:spMk id="6" creationId="{1991F183-20EA-0DF9-7CC1-EEB6BB77F4FD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571382793" sldId="268"/>
            <ac:spMk id="7" creationId="{6CC7A823-D992-3D31-E45F-2C81E383C167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571382793" sldId="268"/>
            <ac:spMk id="8" creationId="{F483C4E9-F4B9-5B51-902B-C5CA747DA06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571382793" sldId="268"/>
            <ac:spMk id="11" creationId="{1574583F-2356-45A3-52D0-6D62398B7CA6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571382793" sldId="268"/>
            <ac:spMk id="12" creationId="{229987F9-9243-F57D-1AE9-D0C237D2C456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571382793" sldId="268"/>
            <ac:spMk id="13" creationId="{03E90957-C05B-3A78-10B5-5E366A570520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770851389" sldId="269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70851389" sldId="269"/>
            <ac:spMk id="2" creationId="{D207AE10-0D6E-484C-A4D1-EF01B7DC2F17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70851389" sldId="269"/>
            <ac:spMk id="4" creationId="{4C693421-6FEB-101A-4A73-C0DFBBEB1CDF}"/>
          </ac:spMkLst>
        </pc:spChg>
        <pc:spChg chg="add del mod">
          <ac:chgData name="Hugues Brice" userId="c7df3fbd-a2ff-4947-a36f-3c79731735f9" providerId="ADAL" clId="{11C87FC2-1AF0-40DF-92CC-B891D987192B}" dt="2026-06-07T12:46:43.824" v="341"/>
          <ac:spMkLst>
            <pc:docMk/>
            <pc:sldMk cId="770851389" sldId="269"/>
            <ac:spMk id="5" creationId="{EB190847-FAE7-747F-AB3B-23E3473FF592}"/>
          </ac:spMkLst>
        </pc:spChg>
        <pc:spChg chg="del mod">
          <ac:chgData name="Hugues Brice" userId="c7df3fbd-a2ff-4947-a36f-3c79731735f9" providerId="ADAL" clId="{11C87FC2-1AF0-40DF-92CC-B891D987192B}" dt="2026-06-07T12:41:48.775" v="306" actId="478"/>
          <ac:spMkLst>
            <pc:docMk/>
            <pc:sldMk cId="770851389" sldId="269"/>
            <ac:spMk id="7" creationId="{479626AD-5EB0-05AB-1CFD-B67A70CD6D60}"/>
          </ac:spMkLst>
        </pc:spChg>
        <pc:spChg chg="del mod">
          <ac:chgData name="Hugues Brice" userId="c7df3fbd-a2ff-4947-a36f-3c79731735f9" providerId="ADAL" clId="{11C87FC2-1AF0-40DF-92CC-B891D987192B}" dt="2026-06-07T12:41:46.174" v="304" actId="478"/>
          <ac:spMkLst>
            <pc:docMk/>
            <pc:sldMk cId="770851389" sldId="269"/>
            <ac:spMk id="8" creationId="{F50B70C3-6F4E-721D-E04B-B98DB8EF5666}"/>
          </ac:spMkLst>
        </pc:spChg>
        <pc:spChg chg="del mod">
          <ac:chgData name="Hugues Brice" userId="c7df3fbd-a2ff-4947-a36f-3c79731735f9" providerId="ADAL" clId="{11C87FC2-1AF0-40DF-92CC-B891D987192B}" dt="2026-06-07T12:41:46.986" v="305" actId="478"/>
          <ac:spMkLst>
            <pc:docMk/>
            <pc:sldMk cId="770851389" sldId="269"/>
            <ac:spMk id="9" creationId="{B78A1C00-516F-0EAE-E732-8C7B6DFCFBC3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770851389" sldId="269"/>
            <ac:spMk id="12" creationId="{9AF425E8-2568-A83F-09EF-E3F7830C660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770851389" sldId="269"/>
            <ac:spMk id="13" creationId="{C2037433-4546-4A52-D180-5FCEEA4F7FE3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770851389" sldId="269"/>
            <ac:spMk id="15" creationId="{073C1F20-990E-D57A-DD17-433EAA63164D}"/>
          </ac:spMkLst>
        </pc:spChg>
        <pc:spChg chg="del mod">
          <ac:chgData name="Hugues Brice" userId="c7df3fbd-a2ff-4947-a36f-3c79731735f9" providerId="ADAL" clId="{11C87FC2-1AF0-40DF-92CC-B891D987192B}" dt="2026-06-07T12:41:50.227" v="307" actId="478"/>
          <ac:spMkLst>
            <pc:docMk/>
            <pc:sldMk cId="770851389" sldId="269"/>
            <ac:spMk id="16" creationId="{D68C94E2-BEB0-56E5-8DB1-C9E4A9294FF7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770851389" sldId="269"/>
            <ac:spMk id="17" creationId="{CC2ADA0F-96DE-BB07-EC17-FE679A8E0365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70851389" sldId="269"/>
            <ac:spMk id="20" creationId="{F8685CE1-BED8-1057-CA7E-F1B89810E3ED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70851389" sldId="269"/>
            <ac:spMk id="21" creationId="{02E67B6B-93ED-AF0F-F0A4-B395EE6A77CE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70851389" sldId="269"/>
            <ac:spMk id="22" creationId="{BECEE485-10A2-1073-C600-58084EF2A2CE}"/>
          </ac:spMkLst>
        </pc:spChg>
        <pc:graphicFrameChg chg="add mod ord modGraphic">
          <ac:chgData name="Hugues Brice" userId="c7df3fbd-a2ff-4947-a36f-3c79731735f9" providerId="ADAL" clId="{11C87FC2-1AF0-40DF-92CC-B891D987192B}" dt="2026-06-07T12:56:36.873" v="411" actId="6264"/>
          <ac:graphicFrameMkLst>
            <pc:docMk/>
            <pc:sldMk cId="770851389" sldId="269"/>
            <ac:graphicFrameMk id="6" creationId="{CD943A81-B0C4-17A0-4898-453ADFF89612}"/>
          </ac:graphicFrameMkLst>
        </pc:graphicFrameChg>
        <pc:graphicFrameChg chg="del mod modGraphic">
          <ac:chgData name="Hugues Brice" userId="c7df3fbd-a2ff-4947-a36f-3c79731735f9" providerId="ADAL" clId="{11C87FC2-1AF0-40DF-92CC-B891D987192B}" dt="2026-06-07T12:46:34.849" v="336" actId="478"/>
          <ac:graphicFrameMkLst>
            <pc:docMk/>
            <pc:sldMk cId="770851389" sldId="269"/>
            <ac:graphicFrameMk id="14" creationId="{5028D434-C6FE-C63B-A423-07874B64E1EF}"/>
          </ac:graphicFrameMkLst>
        </pc:graphicFrameChg>
      </pc:sldChg>
      <pc:sldChg chg="modSp del mod">
        <pc:chgData name="Hugues Brice" userId="c7df3fbd-a2ff-4947-a36f-3c79731735f9" providerId="ADAL" clId="{11C87FC2-1AF0-40DF-92CC-B891D987192B}" dt="2026-06-07T12:31:40.431" v="275" actId="47"/>
        <pc:sldMkLst>
          <pc:docMk/>
          <pc:sldMk cId="179134556" sldId="270"/>
        </pc:sldMkLst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2" creationId="{E34493F7-65D9-33DA-0D18-9E169863CD58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4" creationId="{F7E99361-8176-41CE-9B56-1C79C1775D68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12" creationId="{D44A82EB-775B-07F1-B3DD-1299858E17C6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13" creationId="{EF55C1CF-48BB-34E9-40FE-DF80283E2A22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15" creationId="{AC1E5B07-2D98-BF7F-4A90-7B70CDA5BF2E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16" creationId="{D54BEDD1-8A10-CEFD-4AB1-9D2378B3FB99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17" creationId="{A74D7A94-837B-15E9-A46A-C3362747743B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18" creationId="{D29C5B16-2BCB-E58A-0D1A-BAB3536018F2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21" creationId="{67F621CC-9BE6-0941-F7BF-46CD75CB963C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79134556" sldId="270"/>
            <ac:spMk id="22" creationId="{BC368B84-4C81-BF4A-2916-7773A62456DF}"/>
          </ac:spMkLst>
        </pc:spChg>
      </pc:sldChg>
      <pc:sldChg chg="addSp delSp modSp mod or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929971073" sldId="271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929971073" sldId="271"/>
            <ac:spMk id="2" creationId="{2D01AC89-8A3E-4D2B-2C21-19099182DCD4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929971073" sldId="271"/>
            <ac:spMk id="3" creationId="{B8C46222-44DB-9C24-3A43-3FFB2E9FD537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929971073" sldId="271"/>
            <ac:spMk id="4" creationId="{7B5AE1AC-CC59-2CBD-917B-7064F06DB6C2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929971073" sldId="271"/>
            <ac:spMk id="7" creationId="{5C2499CC-F6B3-C2B0-3560-5971D3ED14E1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929971073" sldId="271"/>
            <ac:spMk id="8" creationId="{65A89AA1-2702-CB8D-F1A7-0A332C384E66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929971073" sldId="271"/>
            <ac:spMk id="9" creationId="{FC384FA2-F477-3E4B-C0B8-2F94B7A6755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929971073" sldId="271"/>
            <ac:spMk id="12" creationId="{61568B1D-FDDA-B2D5-3E08-CFBFBCE7A5BB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929971073" sldId="271"/>
            <ac:spMk id="13" creationId="{FFF4D459-F0E7-1A61-7FC0-0678E5EB78AA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929971073" sldId="271"/>
            <ac:spMk id="14" creationId="{684A0A45-4895-4751-EEEA-D75ADFDFA858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616338366" sldId="272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16338366" sldId="272"/>
            <ac:spMk id="2" creationId="{5292882A-6A23-7729-8E0C-C2D6342D9873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16338366" sldId="272"/>
            <ac:spMk id="3" creationId="{2FDDC7E0-F770-9294-DF66-C61EF77503C5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16338366" sldId="272"/>
            <ac:spMk id="4" creationId="{E33CE686-4F3D-7869-6CC3-4ABFDD7ED954}"/>
          </ac:spMkLst>
        </pc:spChg>
        <pc:spChg chg="mod">
          <ac:chgData name="Hugues Brice" userId="c7df3fbd-a2ff-4947-a36f-3c79731735f9" providerId="ADAL" clId="{11C87FC2-1AF0-40DF-92CC-B891D987192B}" dt="2026-06-07T12:40:31.869" v="303" actId="20577"/>
          <ac:spMkLst>
            <pc:docMk/>
            <pc:sldMk cId="3616338366" sldId="272"/>
            <ac:spMk id="6" creationId="{85027EFF-7006-3DCD-FE60-0325BE8738C8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616338366" sldId="272"/>
            <ac:spMk id="8" creationId="{CD86732D-F27B-78DD-4E0B-5E34DDC8DB18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616338366" sldId="272"/>
            <ac:spMk id="9" creationId="{490B7184-993F-DBB9-B3F0-AC4B3B06034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616338366" sldId="272"/>
            <ac:spMk id="10" creationId="{492E8FE3-BEE1-FC46-ADE0-A9FF48A577E0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16338366" sldId="272"/>
            <ac:spMk id="13" creationId="{46D58A75-3ACB-6C88-B05C-186E55640FFF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16338366" sldId="272"/>
            <ac:spMk id="14" creationId="{5297863E-CA51-6F2F-CCE2-8ACB5258EE5A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16338366" sldId="272"/>
            <ac:spMk id="15" creationId="{BF72A876-CE4D-2F13-1F6E-AEC26019F0A0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429497297" sldId="273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429497297" sldId="273"/>
            <ac:spMk id="2" creationId="{49EC1A5A-2E17-4CDB-7D99-A42971EA67E3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429497297" sldId="273"/>
            <ac:spMk id="3" creationId="{0C6A0B65-58B3-D32E-462D-503A242A8CFE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429497297" sldId="273"/>
            <ac:spMk id="4" creationId="{428547EC-05CE-65AA-C62D-FB695A7EE514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429497297" sldId="273"/>
            <ac:spMk id="7" creationId="{6C383CD7-1BD2-DACD-49A3-9269C1EFE697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429497297" sldId="273"/>
            <ac:spMk id="8" creationId="{C2080C91-BACE-80D9-645D-E3972900B33A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429497297" sldId="273"/>
            <ac:spMk id="9" creationId="{7AF55731-71E6-9D0C-D3A1-8BD6E7A49B6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429497297" sldId="273"/>
            <ac:spMk id="12" creationId="{1B7B1330-7643-8B1E-9F9A-5A2954C9515C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429497297" sldId="273"/>
            <ac:spMk id="13" creationId="{A68075D1-894A-240F-8AB3-D132137EED36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429497297" sldId="273"/>
            <ac:spMk id="14" creationId="{9B2C0491-D425-3F35-3C5E-F3FDB0BB2042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538785201" sldId="274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538785201" sldId="274"/>
            <ac:spMk id="2" creationId="{6BBFA69D-2D73-D6D6-ECCF-2EC1A15B15CB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538785201" sldId="274"/>
            <ac:spMk id="3" creationId="{F2B9CA79-BC79-9CA9-057B-8FC9C2A8B057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538785201" sldId="274"/>
            <ac:spMk id="4" creationId="{68A26825-C757-2957-6098-D92C01295D1E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538785201" sldId="274"/>
            <ac:spMk id="7" creationId="{FD8B7619-CB00-9047-67FE-3AB53E57D205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538785201" sldId="274"/>
            <ac:spMk id="8" creationId="{D327FA72-1EA8-8DD3-4F42-908868282F1E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538785201" sldId="274"/>
            <ac:spMk id="9" creationId="{17C77ABA-919C-0524-E480-DFE3B894C185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538785201" sldId="274"/>
            <ac:spMk id="12" creationId="{A160AF43-6588-07D1-ECAE-E24D7C67150F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538785201" sldId="274"/>
            <ac:spMk id="13" creationId="{238B607D-D6C7-A7F1-A1E6-CC6B4E95026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538785201" sldId="274"/>
            <ac:spMk id="14" creationId="{7FB85793-76BF-A1DD-0A40-0B42451F6952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880549696" sldId="275"/>
        </pc:sldMkLst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880549696" sldId="275"/>
            <ac:spMk id="4" creationId="{0E742B32-04E6-FACF-A907-DB5F8873D0A6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880549696" sldId="275"/>
            <ac:spMk id="5" creationId="{9D661177-94E1-E513-C079-B256272578B8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880549696" sldId="275"/>
            <ac:spMk id="6" creationId="{2658BCEA-2EA0-8BF0-A837-12E19D495FE3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880549696" sldId="275"/>
            <ac:spMk id="7" creationId="{E831980A-929F-9425-EA2A-6EB405CCE15F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880549696" sldId="275"/>
            <ac:spMk id="8" creationId="{C709AD9A-F75E-1FBA-BD2E-BC7A671FFDAB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880549696" sldId="275"/>
            <ac:spMk id="9" creationId="{6D387FCA-EF5A-EA95-A43E-C9004FA58EC7}"/>
          </ac:spMkLst>
        </pc:spChg>
        <pc:spChg chg="add">
          <ac:chgData name="Hugues Brice" userId="c7df3fbd-a2ff-4947-a36f-3c79731735f9" providerId="ADAL" clId="{11C87FC2-1AF0-40DF-92CC-B891D987192B}" dt="2026-06-07T12:56:21.819" v="410"/>
          <ac:spMkLst>
            <pc:docMk/>
            <pc:sldMk cId="3880549696" sldId="275"/>
            <ac:spMk id="10" creationId="{4BED978C-B601-3EAC-E8E1-3E4BEA34809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880549696" sldId="275"/>
            <ac:spMk id="11" creationId="{7C3F26B5-CD66-5D13-9ECE-A74022E946B0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880549696" sldId="275"/>
            <ac:spMk id="12" creationId="{52BCD421-6590-E939-D4F2-73ED9B48AE84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880549696" sldId="275"/>
            <ac:spMk id="13" creationId="{369BC638-FF6A-53CA-7B04-147071F4457D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2652942849" sldId="276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652942849" sldId="276"/>
            <ac:spMk id="2" creationId="{1763F482-AADA-3890-C96E-5AEB6B5907AF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652942849" sldId="276"/>
            <ac:spMk id="4" creationId="{EF54B1BD-27ED-5B6C-9091-D8D5D61B5607}"/>
          </ac:spMkLst>
        </pc:spChg>
        <pc:spChg chg="mod">
          <ac:chgData name="Hugues Brice" userId="c7df3fbd-a2ff-4947-a36f-3c79731735f9" providerId="ADAL" clId="{11C87FC2-1AF0-40DF-92CC-B891D987192B}" dt="2026-06-07T12:18:17.101" v="126" actId="1076"/>
          <ac:spMkLst>
            <pc:docMk/>
            <pc:sldMk cId="2652942849" sldId="276"/>
            <ac:spMk id="5" creationId="{81CDB1D5-5456-D810-82C0-293C2ED07AF6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652942849" sldId="276"/>
            <ac:spMk id="7" creationId="{C33A4CE2-0538-7684-ABA9-B820B52E78AF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652942849" sldId="276"/>
            <ac:spMk id="8" creationId="{6F362ADE-8ABC-A172-43F7-43195DDCCBC1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652942849" sldId="276"/>
            <ac:spMk id="9" creationId="{47E5C48C-A686-3F32-AD06-88893E18AC3C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652942849" sldId="276"/>
            <ac:spMk id="12" creationId="{C4D17DE9-064B-B8B4-EDB1-F647928DD328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652942849" sldId="276"/>
            <ac:spMk id="13" creationId="{61FD523C-BD42-3676-555B-0BC60288EA9B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652942849" sldId="276"/>
            <ac:spMk id="14" creationId="{71A4857B-64A5-AF8E-5CD1-AFEBA2401E5A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2994130524" sldId="277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994130524" sldId="277"/>
            <ac:spMk id="2" creationId="{3FB05246-3B04-2690-B81A-709BEA5F6BC9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994130524" sldId="277"/>
            <ac:spMk id="4" creationId="{D6C1E87F-FD8C-9DFE-7961-06C935D68E95}"/>
          </ac:spMkLst>
        </pc:spChg>
        <pc:spChg chg="add mod">
          <ac:chgData name="Hugues Brice" userId="c7df3fbd-a2ff-4947-a36f-3c79731735f9" providerId="ADAL" clId="{11C87FC2-1AF0-40DF-92CC-B891D987192B}" dt="2026-06-07T12:23:28.176" v="166" actId="20577"/>
          <ac:spMkLst>
            <pc:docMk/>
            <pc:sldMk cId="2994130524" sldId="277"/>
            <ac:spMk id="6" creationId="{4A6DEEBB-3DAE-FD62-195E-14676701D487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994130524" sldId="277"/>
            <ac:spMk id="9" creationId="{C14379CD-0F2B-CE5C-26D0-45E4670DC47A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994130524" sldId="277"/>
            <ac:spMk id="10" creationId="{26A94E4A-9F04-F645-704B-9807A5F2FF1C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994130524" sldId="277"/>
            <ac:spMk id="11" creationId="{C060853E-AB51-0D5E-C495-F24CFCAAF846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994130524" sldId="277"/>
            <ac:spMk id="14" creationId="{22DDEE98-28FC-954D-C9FD-2B209E4D682E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994130524" sldId="277"/>
            <ac:spMk id="15" creationId="{1A037A1D-D4AC-20BC-73AF-CED576917041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994130524" sldId="277"/>
            <ac:spMk id="16" creationId="{27C34A0F-C44E-A297-6227-401933764394}"/>
          </ac:spMkLst>
        </pc:spChg>
        <pc:graphicFrameChg chg="add mod">
          <ac:chgData name="Hugues Brice" userId="c7df3fbd-a2ff-4947-a36f-3c79731735f9" providerId="ADAL" clId="{11C87FC2-1AF0-40DF-92CC-B891D987192B}" dt="2026-06-07T12:22:02.498" v="155" actId="1076"/>
          <ac:graphicFrameMkLst>
            <pc:docMk/>
            <pc:sldMk cId="2994130524" sldId="277"/>
            <ac:graphicFrameMk id="3" creationId="{D947FFC1-C3DF-EF99-0841-E8809DB39E37}"/>
          </ac:graphicFrameMkLst>
        </pc:graphicFrame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2511322507" sldId="278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511322507" sldId="278"/>
            <ac:spMk id="4" creationId="{282DF38C-015C-DD43-4EF7-5855DACA395C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511322507" sldId="278"/>
            <ac:spMk id="5" creationId="{25DAC3D3-E2E8-9938-CE67-99E4C1B18A8F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511322507" sldId="278"/>
            <ac:spMk id="6" creationId="{4599BDFE-8024-AC8D-B00F-EA9245EF889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511322507" sldId="278"/>
            <ac:spMk id="7" creationId="{00721D64-464F-E2EF-3B0A-C970F79F019C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511322507" sldId="278"/>
            <ac:spMk id="8" creationId="{574D1526-16A1-08B5-4BBF-4E295B237AF0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511322507" sldId="278"/>
            <ac:spMk id="9" creationId="{97A64187-7867-BBF8-E495-1F299F4E35D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511322507" sldId="278"/>
            <ac:spMk id="12" creationId="{CFD7D3CD-DB43-BE60-5DE8-6F606AAC06BB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511322507" sldId="278"/>
            <ac:spMk id="13" creationId="{C09B3AAE-0DBB-7739-ADEC-26E34718CFD4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511322507" sldId="278"/>
            <ac:spMk id="14" creationId="{D613F92C-D93B-FD1F-848A-4CC6DD89AA07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343052236" sldId="279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343052236" sldId="279"/>
            <ac:spMk id="4" creationId="{85D5646F-B82A-F4BA-36D9-4E9F68E8CD62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343052236" sldId="279"/>
            <ac:spMk id="5" creationId="{8A74A698-5067-9A04-9037-48AF9EACC107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343052236" sldId="279"/>
            <ac:spMk id="6" creationId="{43FB9C34-B478-25DB-52E1-233214FD63DB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343052236" sldId="279"/>
            <ac:spMk id="7" creationId="{D5F1B68D-7907-8F50-D340-3D3728853C5F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343052236" sldId="279"/>
            <ac:spMk id="8" creationId="{8D6A8C4D-CD15-58C7-BE73-037E1EDA4CD7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343052236" sldId="279"/>
            <ac:spMk id="9" creationId="{D408881B-ED3B-2FE9-021A-D67AE64810F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343052236" sldId="279"/>
            <ac:spMk id="12" creationId="{01044A01-B10B-98F3-CD83-144A15B53B2D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343052236" sldId="279"/>
            <ac:spMk id="13" creationId="{203000B5-9328-9BAC-4D6F-B0B898453ED7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343052236" sldId="279"/>
            <ac:spMk id="14" creationId="{2E95E220-539E-9F5E-1D62-C67CDED09203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160024659" sldId="280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160024659" sldId="280"/>
            <ac:spMk id="2" creationId="{2566D079-62E3-0477-B850-D0D5CD57D262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160024659" sldId="280"/>
            <ac:spMk id="3" creationId="{1C6E65FF-F329-B367-AFF3-2FEB1CE04822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160024659" sldId="280"/>
            <ac:spMk id="4" creationId="{3BAE8C16-6FF0-D860-FB0E-10F4FC05E7CD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160024659" sldId="280"/>
            <ac:spMk id="7" creationId="{C8E07A3C-BE43-2A84-8DC6-C0722A55365B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160024659" sldId="280"/>
            <ac:spMk id="8" creationId="{2E7541AF-4C27-974D-67D6-5465FEFA8CA6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160024659" sldId="280"/>
            <ac:spMk id="9" creationId="{B22BB32D-C9F3-3412-F386-2B585865A497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160024659" sldId="280"/>
            <ac:spMk id="12" creationId="{00741EBD-C543-6ED6-1F6D-DFFF672C8292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160024659" sldId="280"/>
            <ac:spMk id="13" creationId="{83E0964D-6188-1CC5-3A57-D812173CBB89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160024659" sldId="280"/>
            <ac:spMk id="14" creationId="{5F930875-F056-359B-4D6B-6DA49A7E779B}"/>
          </ac:spMkLst>
        </pc:spChg>
      </pc:sldChg>
      <pc:sldChg chg="modSp del mod">
        <pc:chgData name="Hugues Brice" userId="c7df3fbd-a2ff-4947-a36f-3c79731735f9" providerId="ADAL" clId="{11C87FC2-1AF0-40DF-92CC-B891D987192B}" dt="2026-06-07T12:32:08.054" v="277" actId="47"/>
        <pc:sldMkLst>
          <pc:docMk/>
          <pc:sldMk cId="1466716849" sldId="281"/>
        </pc:sldMkLst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466716849" sldId="281"/>
            <ac:spMk id="4" creationId="{D5D7AA8F-81A7-FD4B-92CC-4E8AA24601CF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466716849" sldId="281"/>
            <ac:spMk id="5" creationId="{7F5C2E98-58A5-F72E-D5B4-B765ABCC9C4C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1466716849" sldId="281"/>
            <ac:spMk id="6" creationId="{F4B450DA-437D-F8AA-C53A-453F4D6C6AC6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3:05:28.788" v="425" actId="478"/>
        <pc:sldMkLst>
          <pc:docMk/>
          <pc:sldMk cId="2717646121" sldId="282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717646121" sldId="282"/>
            <ac:spMk id="2" creationId="{094AE64E-2C10-A808-E753-998F5CDEF89E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717646121" sldId="282"/>
            <ac:spMk id="4" creationId="{869665D7-FB00-B1AD-81E7-438ED62F9F78}"/>
          </ac:spMkLst>
        </pc:spChg>
        <pc:spChg chg="del mod">
          <ac:chgData name="Hugues Brice" userId="c7df3fbd-a2ff-4947-a36f-3c79731735f9" providerId="ADAL" clId="{11C87FC2-1AF0-40DF-92CC-B891D987192B}" dt="2026-06-07T13:05:28.788" v="425" actId="478"/>
          <ac:spMkLst>
            <pc:docMk/>
            <pc:sldMk cId="2717646121" sldId="282"/>
            <ac:spMk id="5" creationId="{2870FF8E-5D80-DCA1-96E4-8B544271448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717646121" sldId="282"/>
            <ac:spMk id="13" creationId="{5A1A1CF6-2675-B80F-5050-41F1FBD1A92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2717646121" sldId="282"/>
            <ac:spMk id="14" creationId="{0559F5C5-53EF-49E5-AE42-FA92D40C6D7B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717646121" sldId="282"/>
            <ac:spMk id="15" creationId="{DD808937-8017-A476-6820-07045CD3E887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717646121" sldId="282"/>
            <ac:spMk id="16" creationId="{ADBCA12A-C3D2-F88B-BC67-9F5780C649D0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717646121" sldId="282"/>
            <ac:spMk id="17" creationId="{C85CDB59-E908-D67C-2B2E-7D3DF16284D2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717646121" sldId="282"/>
            <ac:spMk id="18" creationId="{5EE41626-383D-E9C6-D368-3E44F98F2DE6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2717646121" sldId="282"/>
            <ac:spMk id="19" creationId="{38E22096-0E92-0E12-35C0-671D85EB1D93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717646121" sldId="282"/>
            <ac:spMk id="20" creationId="{1EFAC589-E21B-14AC-1547-1173EF073750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717646121" sldId="282"/>
            <ac:spMk id="23" creationId="{8E1D25BB-3284-B8B5-5C06-183A1091824F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717646121" sldId="282"/>
            <ac:spMk id="24" creationId="{4CE1DC4A-1723-7A6B-88C9-12AB086DDFF9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2717646121" sldId="282"/>
            <ac:spMk id="25" creationId="{F50DA3B6-7A21-AB17-6DDD-F429F2B92335}"/>
          </ac:spMkLst>
        </pc:spChg>
      </pc:sldChg>
      <pc:sldChg chg="addSp delSp modSp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648555250" sldId="283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48555250" sldId="283"/>
            <ac:spMk id="2" creationId="{A0EDD76E-3793-535E-2F26-ACBB9BB82AFA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48555250" sldId="283"/>
            <ac:spMk id="4" creationId="{EE56455D-E66A-8A9A-3454-A8C8C3DA3AC6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3648555250" sldId="283"/>
            <ac:spMk id="5" creationId="{60BA693F-8CCC-058A-DB1B-79AB63668B79}"/>
          </ac:spMkLst>
        </pc:spChg>
        <pc:spChg chg="mod">
          <ac:chgData name="Hugues Brice" userId="c7df3fbd-a2ff-4947-a36f-3c79731735f9" providerId="ADAL" clId="{11C87FC2-1AF0-40DF-92CC-B891D987192B}" dt="2026-06-07T12:18:05.825" v="123" actId="790"/>
          <ac:spMkLst>
            <pc:docMk/>
            <pc:sldMk cId="3648555250" sldId="283"/>
            <ac:spMk id="6" creationId="{8A7207D1-BC8E-FF5E-4B41-FD3D54CCEC08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648555250" sldId="283"/>
            <ac:spMk id="8" creationId="{56B6F892-43FD-54BA-6A18-319C3C4346A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648555250" sldId="283"/>
            <ac:spMk id="9" creationId="{BF7E81F9-51FD-719F-A8CD-0F055D52A98A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48555250" sldId="283"/>
            <ac:spMk id="10" creationId="{36C05650-F4F7-C218-C9D8-0FEE05B40028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48555250" sldId="283"/>
            <ac:spMk id="13" creationId="{53110DAA-8199-2EB7-B017-D277056C4E9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48555250" sldId="283"/>
            <ac:spMk id="14" creationId="{E513D239-0A15-97B2-EFBF-CC57A93F7EED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648555250" sldId="283"/>
            <ac:spMk id="15" creationId="{6A2E5E1C-A2BB-B7A9-E3B8-DA0ECBC0C7C2}"/>
          </ac:spMkLst>
        </pc:spChg>
      </pc:sldChg>
      <pc:sldChg chg="addSp delSp modSp add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3065641835" sldId="284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065641835" sldId="284"/>
            <ac:spMk id="2" creationId="{BA52D8B5-A3DD-E357-B859-A25A89485075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065641835" sldId="284"/>
            <ac:spMk id="4" creationId="{BCE53ECF-2373-3E2D-83D7-D4D8031B2087}"/>
          </ac:spMkLst>
        </pc:spChg>
        <pc:spChg chg="mod">
          <ac:chgData name="Hugues Brice" userId="c7df3fbd-a2ff-4947-a36f-3c79731735f9" providerId="ADAL" clId="{11C87FC2-1AF0-40DF-92CC-B891D987192B}" dt="2026-06-07T12:25:16.439" v="193"/>
          <ac:spMkLst>
            <pc:docMk/>
            <pc:sldMk cId="3065641835" sldId="284"/>
            <ac:spMk id="6" creationId="{D8C7C100-2DA0-121C-70EB-65F062541CC0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065641835" sldId="284"/>
            <ac:spMk id="9" creationId="{66AD12CE-AC02-5763-EBF2-0C5C95019855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3065641835" sldId="284"/>
            <ac:spMk id="10" creationId="{D6405D50-B40E-D738-12DD-62E546945EDD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065641835" sldId="284"/>
            <ac:spMk id="11" creationId="{0F2AFEA3-D382-550E-C5C0-891C7EF113B2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065641835" sldId="284"/>
            <ac:spMk id="14" creationId="{25B81E86-5BAB-9CDA-ECD4-5DB414F52C46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065641835" sldId="284"/>
            <ac:spMk id="15" creationId="{FA153CE6-3F00-5047-AA5F-F728EFFCC83B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3065641835" sldId="284"/>
            <ac:spMk id="16" creationId="{8E8C497C-2068-6F98-4F88-29798ED57FCF}"/>
          </ac:spMkLst>
        </pc:spChg>
        <pc:graphicFrameChg chg="del">
          <ac:chgData name="Hugues Brice" userId="c7df3fbd-a2ff-4947-a36f-3c79731735f9" providerId="ADAL" clId="{11C87FC2-1AF0-40DF-92CC-B891D987192B}" dt="2026-06-07T12:25:24.780" v="194" actId="478"/>
          <ac:graphicFrameMkLst>
            <pc:docMk/>
            <pc:sldMk cId="3065641835" sldId="284"/>
            <ac:graphicFrameMk id="3" creationId="{62178AE8-5D24-9125-D9F7-4BFCF09DF3A6}"/>
          </ac:graphicFrameMkLst>
        </pc:graphicFrameChg>
        <pc:graphicFrameChg chg="add mod modGraphic">
          <ac:chgData name="Hugues Brice" userId="c7df3fbd-a2ff-4947-a36f-3c79731735f9" providerId="ADAL" clId="{11C87FC2-1AF0-40DF-92CC-B891D987192B}" dt="2026-06-07T12:25:46.675" v="199" actId="207"/>
          <ac:graphicFrameMkLst>
            <pc:docMk/>
            <pc:sldMk cId="3065641835" sldId="284"/>
            <ac:graphicFrameMk id="5" creationId="{A39B29CA-93EC-59D7-49F4-D69BF9FA8634}"/>
          </ac:graphicFrameMkLst>
        </pc:graphicFrameChg>
      </pc:sldChg>
      <pc:sldChg chg="addSp delSp modSp add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798573604" sldId="285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98573604" sldId="285"/>
            <ac:spMk id="2" creationId="{71244802-9B13-E248-75A8-00EE0657325A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98573604" sldId="285"/>
            <ac:spMk id="4" creationId="{4D7C8C6D-0F3E-4DF2-882B-833B50724AC5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798573604" sldId="285"/>
            <ac:spMk id="8" creationId="{0630BFEB-22FE-727E-116D-B44C97ADD49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798573604" sldId="285"/>
            <ac:spMk id="9" creationId="{D08A5F1C-7295-594A-7569-19EB78EF0249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98573604" sldId="285"/>
            <ac:spMk id="10" creationId="{9350BD2E-6C84-2F3F-1E7E-DA989715E692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98573604" sldId="285"/>
            <ac:spMk id="13" creationId="{AE8D30FE-A9C9-D585-9239-E29132B7233F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98573604" sldId="285"/>
            <ac:spMk id="14" creationId="{B7D9E8EC-11D8-AA81-9A54-B12FD6086FCC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798573604" sldId="285"/>
            <ac:spMk id="15" creationId="{F61AA2CA-5369-9E22-B4EC-AC863A8E602E}"/>
          </ac:spMkLst>
        </pc:spChg>
      </pc:sldChg>
      <pc:sldChg chg="addSp delSp modSp add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472949115" sldId="286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472949115" sldId="286"/>
            <ac:spMk id="2" creationId="{BBB0D75F-2EF9-CDE1-05F7-51BC4A589D93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472949115" sldId="286"/>
            <ac:spMk id="4" creationId="{461A4CD7-61D3-577C-62A6-C151DB346701}"/>
          </ac:spMkLst>
        </pc:spChg>
        <pc:spChg chg="mod">
          <ac:chgData name="Hugues Brice" userId="c7df3fbd-a2ff-4947-a36f-3c79731735f9" providerId="ADAL" clId="{11C87FC2-1AF0-40DF-92CC-B891D987192B}" dt="2026-06-07T12:29:27.081" v="241" actId="20577"/>
          <ac:spMkLst>
            <pc:docMk/>
            <pc:sldMk cId="472949115" sldId="286"/>
            <ac:spMk id="6" creationId="{2806AFD5-2C26-A710-70A4-29660F76A22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472949115" sldId="286"/>
            <ac:spMk id="9" creationId="{2B5871A0-C29C-45AA-D6C0-13E8A8D634A1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472949115" sldId="286"/>
            <ac:spMk id="10" creationId="{8F72A134-4406-3D12-6686-F8076E72C846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472949115" sldId="286"/>
            <ac:spMk id="11" creationId="{848BD9B8-E8EF-B81D-F673-BB3273B550A1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472949115" sldId="286"/>
            <ac:spMk id="14" creationId="{6C807310-D6F1-49CA-B455-331FE4309769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472949115" sldId="286"/>
            <ac:spMk id="15" creationId="{BC392B40-ECCA-54DD-47D2-47D23558128B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472949115" sldId="286"/>
            <ac:spMk id="16" creationId="{6BE6FF00-8A42-A475-0E2F-8651140184A8}"/>
          </ac:spMkLst>
        </pc:spChg>
        <pc:graphicFrameChg chg="add mod modGraphic">
          <ac:chgData name="Hugues Brice" userId="c7df3fbd-a2ff-4947-a36f-3c79731735f9" providerId="ADAL" clId="{11C87FC2-1AF0-40DF-92CC-B891D987192B}" dt="2026-06-07T12:27:17.311" v="209" actId="20577"/>
          <ac:graphicFrameMkLst>
            <pc:docMk/>
            <pc:sldMk cId="472949115" sldId="286"/>
            <ac:graphicFrameMk id="3" creationId="{2A7CFBC0-DF55-713F-7872-233A99B9F6B6}"/>
          </ac:graphicFrameMkLst>
        </pc:graphicFrameChg>
        <pc:graphicFrameChg chg="del">
          <ac:chgData name="Hugues Brice" userId="c7df3fbd-a2ff-4947-a36f-3c79731735f9" providerId="ADAL" clId="{11C87FC2-1AF0-40DF-92CC-B891D987192B}" dt="2026-06-07T12:26:28.700" v="202" actId="478"/>
          <ac:graphicFrameMkLst>
            <pc:docMk/>
            <pc:sldMk cId="472949115" sldId="286"/>
            <ac:graphicFrameMk id="5" creationId="{E98CDFFF-BC9E-589D-3223-AEF412D39006}"/>
          </ac:graphicFrameMkLst>
        </pc:graphicFrameChg>
      </pc:sldChg>
      <pc:sldChg chg="addSp delSp modSp new mod chgLayout">
        <pc:chgData name="Hugues Brice" userId="c7df3fbd-a2ff-4947-a36f-3c79731735f9" providerId="ADAL" clId="{11C87FC2-1AF0-40DF-92CC-B891D987192B}" dt="2026-06-07T12:56:36.873" v="411" actId="6264"/>
        <pc:sldMkLst>
          <pc:docMk/>
          <pc:sldMk cId="1299516896" sldId="287"/>
        </pc:sldMkLst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299516896" sldId="287"/>
            <ac:spMk id="2" creationId="{A2D678C1-8EA2-607A-05EA-7B6418EC8C97}"/>
          </ac:spMkLst>
        </pc:spChg>
        <pc:spChg chg="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299516896" sldId="287"/>
            <ac:spMk id="3" creationId="{6655864A-B42D-46E1-1BD2-612B1A4E6E35}"/>
          </ac:spMkLst>
        </pc:spChg>
        <pc:spChg chg="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299516896" sldId="287"/>
            <ac:spMk id="4" creationId="{EB5FF07E-779B-188B-DC67-D0DC5B307689}"/>
          </ac:spMkLst>
        </pc:spChg>
        <pc:spChg chg="add del">
          <ac:chgData name="Hugues Brice" userId="c7df3fbd-a2ff-4947-a36f-3c79731735f9" providerId="ADAL" clId="{11C87FC2-1AF0-40DF-92CC-B891D987192B}" dt="2026-06-07T12:32:44.670" v="281" actId="22"/>
          <ac:spMkLst>
            <pc:docMk/>
            <pc:sldMk cId="1299516896" sldId="287"/>
            <ac:spMk id="6" creationId="{14DEABBC-8D6E-EB55-659B-791FFAFA5589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299516896" sldId="287"/>
            <ac:spMk id="10" creationId="{77EE6A32-075D-3BCC-A23B-D4E61D2BDBEE}"/>
          </ac:spMkLst>
        </pc:spChg>
        <pc:spChg chg="add del mod">
          <ac:chgData name="Hugues Brice" userId="c7df3fbd-a2ff-4947-a36f-3c79731735f9" providerId="ADAL" clId="{11C87FC2-1AF0-40DF-92CC-B891D987192B}" dt="2026-06-07T12:54:50.934" v="393" actId="6264"/>
          <ac:spMkLst>
            <pc:docMk/>
            <pc:sldMk cId="1299516896" sldId="287"/>
            <ac:spMk id="11" creationId="{406B6AEF-1DA0-8922-BC09-2C0FEA331BA5}"/>
          </ac:spMkLst>
        </pc:spChg>
        <pc:spChg chg="add del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299516896" sldId="287"/>
            <ac:spMk id="12" creationId="{A52807F3-5FB5-0F3A-1EAA-3356CBD0DEC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299516896" sldId="287"/>
            <ac:spMk id="15" creationId="{3FFDDF9F-E8F0-B849-E98E-963195605734}"/>
          </ac:spMkLst>
        </pc:spChg>
        <pc:spChg chg="add del mo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299516896" sldId="287"/>
            <ac:spMk id="16" creationId="{3901EC34-9373-8E1F-AE8D-776EE33E6EF6}"/>
          </ac:spMkLst>
        </pc:spChg>
        <pc:spChg chg="add mod ord">
          <ac:chgData name="Hugues Brice" userId="c7df3fbd-a2ff-4947-a36f-3c79731735f9" providerId="ADAL" clId="{11C87FC2-1AF0-40DF-92CC-B891D987192B}" dt="2026-06-07T12:56:36.873" v="411" actId="6264"/>
          <ac:spMkLst>
            <pc:docMk/>
            <pc:sldMk cId="1299516896" sldId="287"/>
            <ac:spMk id="17" creationId="{39A3B720-A78E-1885-AE38-81EE3FB40229}"/>
          </ac:spMkLst>
        </pc:spChg>
        <pc:graphicFrameChg chg="add mod modGraphic">
          <ac:chgData name="Hugues Brice" userId="c7df3fbd-a2ff-4947-a36f-3c79731735f9" providerId="ADAL" clId="{11C87FC2-1AF0-40DF-92CC-B891D987192B}" dt="2026-06-07T12:33:49.008" v="290" actId="207"/>
          <ac:graphicFrameMkLst>
            <pc:docMk/>
            <pc:sldMk cId="1299516896" sldId="287"/>
            <ac:graphicFrameMk id="7" creationId="{7C50B38F-D012-DC93-8119-5926194506E2}"/>
          </ac:graphicFrameMkLst>
        </pc:graphicFrameChg>
      </pc:sldChg>
      <pc:sldMasterChg chg="setBg modSldLayout">
        <pc:chgData name="Hugues Brice" userId="c7df3fbd-a2ff-4947-a36f-3c79731735f9" providerId="ADAL" clId="{11C87FC2-1AF0-40DF-92CC-B891D987192B}" dt="2026-06-07T12:10:49.393" v="11"/>
        <pc:sldMasterMkLst>
          <pc:docMk/>
          <pc:sldMasterMk cId="3742266230" sldId="2147483833"/>
        </pc:sldMasterMkLst>
        <pc:sldLayoutChg chg="setBg">
          <pc:chgData name="Hugues Brice" userId="c7df3fbd-a2ff-4947-a36f-3c79731735f9" providerId="ADAL" clId="{11C87FC2-1AF0-40DF-92CC-B891D987192B}" dt="2026-06-07T12:10:49.393" v="11"/>
          <pc:sldLayoutMkLst>
            <pc:docMk/>
            <pc:sldMasterMk cId="3742266230" sldId="2147483833"/>
            <pc:sldLayoutMk cId="970955592" sldId="2147483834"/>
          </pc:sldLayoutMkLst>
        </pc:sldLayoutChg>
        <pc:sldLayoutChg chg="setBg">
          <pc:chgData name="Hugues Brice" userId="c7df3fbd-a2ff-4947-a36f-3c79731735f9" providerId="ADAL" clId="{11C87FC2-1AF0-40DF-92CC-B891D987192B}" dt="2026-06-07T12:10:49.393" v="11"/>
          <pc:sldLayoutMkLst>
            <pc:docMk/>
            <pc:sldMasterMk cId="3742266230" sldId="2147483833"/>
            <pc:sldLayoutMk cId="3631994723" sldId="214748383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A7C7-51D5-4CE9-848C-73CCDCB5AD2A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5D0-A47D-4AF2-993F-F9C2E204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5BF4BE5-493C-4950-8611-4B73EBA124A3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97095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4F8F-65AC-4766-A2F7-69AD9EC8EDDE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22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F0BDA-B3DF-4C30-B725-2619B0E62ACD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99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CF4-2F57-44BE-86E1-4D2E12B5FC6A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329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D020-EA2F-4E08-9F19-25238FB1646F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16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9C80-4ECC-4A86-ACB8-43004AF15481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65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220C-94C3-4D23-98DD-B536DE4A6F2C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55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7193F2-5089-4D6D-B951-141B92746967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917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55EEFE-CE4B-45B5-811F-7C771B7BD159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63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0509C-B4B3-4DBB-BCC9-40D57FCA4C66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66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CFBF-E380-4D91-9539-BDFDF7AF5C45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490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865F967-DFD5-47C5-B34E-026F86C5401C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2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E1344C-802D-F5C3-6668-E88440276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18" y="3956050"/>
            <a:ext cx="8361363" cy="620613"/>
          </a:xfrm>
        </p:spPr>
        <p:txBody>
          <a:bodyPr>
            <a:noAutofit/>
          </a:bodyPr>
          <a:lstStyle/>
          <a:p>
            <a:r>
              <a:rPr lang="fr-FR" sz="2000" noProof="0" dirty="0"/>
              <a:t>Épreuve d’exploitation pédagogique d’une activité pratique relative à l’approche globale d’un système </a:t>
            </a:r>
            <a:r>
              <a:rPr lang="fr-FR" sz="2000" noProof="0" dirty="0" err="1"/>
              <a:t>pluritechnologique</a:t>
            </a:r>
            <a:endParaRPr lang="fr-FR" sz="2000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5A5FBB-EE00-B50C-DB06-9F4832DA6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493" y="4646513"/>
            <a:ext cx="6832600" cy="1085850"/>
          </a:xfrm>
        </p:spPr>
        <p:txBody>
          <a:bodyPr/>
          <a:lstStyle/>
          <a:p>
            <a:r>
              <a:rPr lang="fr-FR" noProof="0" dirty="0"/>
              <a:t>Sciences Industrielles de l’Ingénieur</a:t>
            </a:r>
          </a:p>
          <a:p>
            <a:r>
              <a:rPr lang="fr-FR" noProof="0" dirty="0"/>
              <a:t>Spécialité Ingénierie Mécanique</a:t>
            </a:r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9DADD-C515-2532-54B3-59090AF7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</a:t>
            </a:fld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FFC0B0-168A-3FED-EC8E-AC3BD66206D0}"/>
              </a:ext>
            </a:extLst>
          </p:cNvPr>
          <p:cNvSpPr txBox="1"/>
          <p:nvPr/>
        </p:nvSpPr>
        <p:spPr>
          <a:xfrm>
            <a:off x="264695" y="5732363"/>
            <a:ext cx="3681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N° candidat : </a:t>
            </a:r>
            <a:r>
              <a:rPr lang="fr-FR" b="1" noProof="0" dirty="0"/>
              <a:t>02540450966</a:t>
            </a:r>
          </a:p>
          <a:p>
            <a:r>
              <a:rPr lang="fr-FR" noProof="0" dirty="0"/>
              <a:t>HUGUES Brice – xx/06/2026</a:t>
            </a:r>
          </a:p>
          <a:p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AF0B13B-80A0-32C6-669E-D24D85A4D2AD}"/>
              </a:ext>
            </a:extLst>
          </p:cNvPr>
          <p:cNvSpPr txBox="1">
            <a:spLocks/>
          </p:cNvSpPr>
          <p:nvPr/>
        </p:nvSpPr>
        <p:spPr>
          <a:xfrm>
            <a:off x="1524000" y="94381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noProof="0" dirty="0"/>
              <a:t>Titre de la séquence</a:t>
            </a:r>
          </a:p>
        </p:txBody>
      </p:sp>
    </p:spTree>
    <p:extLst>
      <p:ext uri="{BB962C8B-B14F-4D97-AF65-F5344CB8AC3E}">
        <p14:creationId xmlns:p14="http://schemas.microsoft.com/office/powerpoint/2010/main" val="10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1ACFA8-29E4-038B-038D-B86C51E4F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Sommaire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D0B67A-95B3-6BA0-A611-4A539AB44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endParaRPr lang="fr-FR" noProof="0" dirty="0"/>
          </a:p>
          <a:p>
            <a:r>
              <a:rPr lang="fr-FR" noProof="0" dirty="0"/>
              <a:t>Présentation de la séquence pédagogique 15min</a:t>
            </a:r>
          </a:p>
          <a:p>
            <a:endParaRPr lang="fr-FR" noProof="0" dirty="0"/>
          </a:p>
          <a:p>
            <a:r>
              <a:rPr lang="fr-FR" noProof="0" dirty="0"/>
              <a:t>Présentation de la maquette didactisée 5min</a:t>
            </a:r>
          </a:p>
          <a:p>
            <a:endParaRPr lang="fr-FR" noProof="0" dirty="0"/>
          </a:p>
          <a:p>
            <a:r>
              <a:rPr lang="fr-FR" noProof="0" dirty="0"/>
              <a:t>Présentation de la séance à caractère expérimentale 10min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8AEE7B-DB50-EEE5-E200-87B127E3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1139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422FC55-0445-5EEB-F3E6-3206A7AC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Présentation de la séquence pédagogique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AC73509-14EE-4446-0ADE-5F6B32D61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93003F-EBAA-FB9D-F1DD-FB8D5FF2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7152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F5B5EE8-418A-F11D-D63F-BFCEE1F1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Contexte de la filière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3AFD7C5C-EF07-7536-AAB3-46A84EECD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DDA493-C0B5-0055-5885-4AF89AFB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2017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A8A71-F321-9094-6BD5-8F1F9D4C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Modalités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EDC38-2AAF-7F99-4424-D3E0CE4A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fr-FR" noProof="0" dirty="0"/>
              <a:t>Titre de la séquence</a:t>
            </a:r>
          </a:p>
          <a:p>
            <a:r>
              <a:rPr lang="fr-FR" noProof="0" dirty="0"/>
              <a:t>Volume horaire</a:t>
            </a:r>
          </a:p>
          <a:p>
            <a:r>
              <a:rPr lang="fr-FR" noProof="0" dirty="0"/>
              <a:t>Effectif total</a:t>
            </a:r>
          </a:p>
          <a:p>
            <a:r>
              <a:rPr lang="fr-FR" noProof="0" dirty="0"/>
              <a:t>Formation visée</a:t>
            </a:r>
          </a:p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32B0E-BBD0-46CE-879D-99A3D33B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8939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657B54-AA24-7066-80DA-0CDBC518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Prérequis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3E90957-C05B-3A78-10B5-5E366A57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AE06D8-4854-B1BC-D251-6AFBE808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7138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3C26-FE78-1ADD-7E3E-F2C16715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E145C-1A37-E04A-B28C-4A52D65B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Compétences et connaissances visées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45D8A27-D7A1-5C75-BFB6-4F15EA576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B79617-4CD9-1EE2-A8D2-CDF7290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0178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1CC5-6963-A47A-9805-A6B37343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3F482-AADA-3890-C96E-5AEB6B59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Contextualisation de la séquence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71A4857B-64A5-AF8E-5CD1-AFEBA2401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4B1BD-27ED-5B6C-9091-D8D5D61B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8</a:t>
            </a:fld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1CDB1D5-5456-D810-82C0-293C2ED07AF6}"/>
              </a:ext>
            </a:extLst>
          </p:cNvPr>
          <p:cNvSpPr txBox="1"/>
          <p:nvPr/>
        </p:nvSpPr>
        <p:spPr>
          <a:xfrm>
            <a:off x="1371600" y="2046810"/>
            <a:ext cx="6096000" cy="201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marR="0" lvl="0" indent="-384048" algn="l" defTabSz="914400" rtl="0" eaLnBrk="1" fontAlgn="auto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■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Titre de la séquence</a:t>
            </a:r>
            <a:endParaRPr lang="fr-FR" sz="2000" noProof="0" dirty="0">
              <a:solidFill>
                <a:srgbClr val="191B0E"/>
              </a:solidFill>
              <a:latin typeface="Franklin Gothic Book" panose="020B0503020102020204"/>
            </a:endParaRPr>
          </a:p>
          <a:p>
            <a:pPr marL="384048" marR="0" lvl="0" indent="-384048" algn="l" defTabSz="914400" rtl="0" eaLnBrk="1" fontAlgn="auto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■"/>
              <a:tabLst/>
              <a:defRPr/>
            </a:pPr>
            <a:r>
              <a:rPr lang="fr-FR" sz="2000" noProof="0" dirty="0"/>
              <a:t>Problématique de la séquence</a:t>
            </a:r>
          </a:p>
          <a:p>
            <a:pPr marL="384048" indent="-384048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/>
            </a:pPr>
            <a:r>
              <a:rPr lang="fr-FR" sz="2000" noProof="0" dirty="0"/>
              <a:t>Durée</a:t>
            </a:r>
          </a:p>
          <a:p>
            <a:pPr marL="384048" indent="-384048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/>
            </a:pPr>
            <a:r>
              <a:rPr lang="fr-FR" sz="2000" noProof="0" dirty="0"/>
              <a:t>Placement dans l’année</a:t>
            </a:r>
            <a:endParaRPr lang="fr-FR" noProof="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5294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180F-8285-43F8-D793-46ABFFD1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B05246-3B04-2690-B81A-709BEA5F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27C34A0F-C44E-A297-6227-40193376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C1E87F-FD8C-9DFE-7961-06C935D6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9</a:t>
            </a:fld>
            <a:endParaRPr lang="fr-FR" noProof="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947FFC1-C3DF-EF99-0841-E8809DB39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019270"/>
              </p:ext>
            </p:extLst>
          </p:nvPr>
        </p:nvGraphicFramePr>
        <p:xfrm>
          <a:off x="1771649" y="2686051"/>
          <a:ext cx="812800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I2D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1H I2D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4A6DEEBB-3DAE-FD62-195E-14676701D487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STI2D </a:t>
            </a:r>
          </a:p>
          <a:p>
            <a:r>
              <a:rPr lang="fr-FR" dirty="0"/>
              <a:t>Classe de 36 élèves</a:t>
            </a:r>
          </a:p>
          <a:p>
            <a:r>
              <a:rPr lang="fr-FR" dirty="0"/>
              <a:t>12h de cours hebdomadaire:</a:t>
            </a:r>
          </a:p>
          <a:p>
            <a:r>
              <a:rPr lang="fr-FR" sz="1800" dirty="0"/>
              <a:t>9h I2D dont </a:t>
            </a:r>
            <a:r>
              <a:rPr lang="fr-FR" sz="1800" dirty="0">
                <a:highlight>
                  <a:srgbClr val="00FF00"/>
                </a:highlight>
              </a:rPr>
              <a:t>6h en ½ groupe </a:t>
            </a:r>
            <a:r>
              <a:rPr lang="fr-FR" sz="1800" dirty="0"/>
              <a:t>+ 3h IT en ½ groupe</a:t>
            </a:r>
          </a:p>
        </p:txBody>
      </p:sp>
    </p:spTree>
    <p:extLst>
      <p:ext uri="{BB962C8B-B14F-4D97-AF65-F5344CB8AC3E}">
        <p14:creationId xmlns:p14="http://schemas.microsoft.com/office/powerpoint/2010/main" val="2994130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D8F0-3FB2-01DC-6E5B-0C7BCFDD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2D8B5-A3DD-E357-B859-A25A8948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8E8C497C-2068-6F98-4F88-29798ED57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E53ECF-2373-3E2D-83D7-D4D8031B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10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C7C100-2DA0-121C-70EB-65F062541CC0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</a:t>
            </a:r>
            <a:r>
              <a:rPr lang="fr-FR" baseline="30000" dirty="0"/>
              <a:t>ale</a:t>
            </a:r>
            <a:r>
              <a:rPr lang="fr-FR" dirty="0"/>
              <a:t> STI2D spécialité ITEC</a:t>
            </a:r>
          </a:p>
          <a:p>
            <a:r>
              <a:rPr lang="fr-FR" dirty="0"/>
              <a:t>Classe de 36 élèves</a:t>
            </a:r>
          </a:p>
          <a:p>
            <a:r>
              <a:rPr lang="fr-FR" dirty="0"/>
              <a:t>12h de cours hebdomadaire:</a:t>
            </a:r>
          </a:p>
          <a:p>
            <a:r>
              <a:rPr lang="fr-FR" dirty="0"/>
              <a:t>8h ITEC + 4h 2I2D  avec 8h en ½ groupe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39B29CA-93EC-59D7-49F4-D69BF9FA8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204136"/>
              </p:ext>
            </p:extLst>
          </p:nvPr>
        </p:nvGraphicFramePr>
        <p:xfrm>
          <a:off x="1771649" y="2887046"/>
          <a:ext cx="812800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64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AB14-7EF7-0941-88BE-449464B0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44802-9B13-E248-75A8-00EE0657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F61AA2CA-5369-9E22-B4EC-AC863A8E6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7C8C6D-0F3E-4DF2-882B-833B5072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11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AF68EA-83F1-8EDB-42F1-CDE0BA26DB97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</a:t>
            </a:r>
            <a:r>
              <a:rPr lang="fr-FR" baseline="30000" dirty="0"/>
              <a:t>ale</a:t>
            </a:r>
            <a:r>
              <a:rPr lang="fr-FR" dirty="0"/>
              <a:t> STI2D spécialité ITEC</a:t>
            </a:r>
          </a:p>
          <a:p>
            <a:r>
              <a:rPr lang="fr-FR" dirty="0"/>
              <a:t>Classe de 36 élèves</a:t>
            </a:r>
          </a:p>
          <a:p>
            <a:r>
              <a:rPr lang="fr-FR" dirty="0"/>
              <a:t>12h de cours hebdomadaire:</a:t>
            </a:r>
          </a:p>
          <a:p>
            <a:r>
              <a:rPr lang="fr-FR" dirty="0"/>
              <a:t>8h ITEC + 4h 2I2D  avec 8h en ½ groupe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CF1CA05-45BB-408E-412C-AB384F1536B0}"/>
              </a:ext>
            </a:extLst>
          </p:cNvPr>
          <p:cNvGraphicFramePr>
            <a:graphicFrameLocks noGrp="1"/>
          </p:cNvGraphicFramePr>
          <p:nvPr/>
        </p:nvGraphicFramePr>
        <p:xfrm>
          <a:off x="1771649" y="2887046"/>
          <a:ext cx="812800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573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1354-3BA7-D1BD-93EF-00288176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B0D75F-2EF9-CDE1-05F7-51BC4A58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6BE6FF00-8A42-A475-0E2F-865114018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1A4CD7-61D3-577C-62A6-C151DB34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12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806AFD5-2C26-A710-70A4-29660F76A229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année CPGE, PTSI /TSI</a:t>
            </a:r>
          </a:p>
          <a:p>
            <a:r>
              <a:rPr lang="fr-FR" dirty="0"/>
              <a:t>Classe de 45 étudiants</a:t>
            </a:r>
          </a:p>
          <a:p>
            <a:r>
              <a:rPr lang="fr-FR" dirty="0"/>
              <a:t>8h30 de cours hebdomadaire: / 7H TSI (pas de soutient)</a:t>
            </a:r>
          </a:p>
          <a:p>
            <a:r>
              <a:rPr lang="fr-FR" dirty="0"/>
              <a:t>2h30 de TP en 1/3 de classe, 4h TD en ½ classe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A7CFBC0-DF55-713F-7872-233A99B9F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328156"/>
              </p:ext>
            </p:extLst>
          </p:nvPr>
        </p:nvGraphicFramePr>
        <p:xfrm>
          <a:off x="1698627" y="2673230"/>
          <a:ext cx="9116898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2414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580706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fr-FR" dirty="0"/>
                        <a:t>4H 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TD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TD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cours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2H30 TP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2H soutien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17-18H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93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94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7C68-35B7-2875-A283-C71E60B7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1AC89-8A3E-4D2B-2C21-19099182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Évaluations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C46222-44DB-9C24-3A43-3FFB2E9F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Évaluations diagnostiques: quiz de </a:t>
            </a:r>
          </a:p>
          <a:p>
            <a:r>
              <a:rPr lang="fr-FR" noProof="0" dirty="0"/>
              <a:t>Évaluations formatives:</a:t>
            </a:r>
          </a:p>
          <a:p>
            <a:pPr lvl="1"/>
            <a:r>
              <a:rPr lang="fr-FR" noProof="0" dirty="0" err="1"/>
              <a:t>Kahoot</a:t>
            </a:r>
            <a:r>
              <a:rPr lang="fr-FR" noProof="0" dirty="0"/>
              <a:t> de chaque cours</a:t>
            </a:r>
          </a:p>
          <a:p>
            <a:pPr lvl="1"/>
            <a:r>
              <a:rPr lang="fr-FR" noProof="0" dirty="0"/>
              <a:t>Remédiation sur le cours qui suit</a:t>
            </a:r>
          </a:p>
          <a:p>
            <a:r>
              <a:rPr lang="fr-FR" noProof="0" dirty="0"/>
              <a:t>Évaluations sommatives :</a:t>
            </a:r>
          </a:p>
          <a:p>
            <a:pPr lvl="1"/>
            <a:r>
              <a:rPr lang="fr-FR" noProof="0" dirty="0"/>
              <a:t>DS de 1h sur feuille</a:t>
            </a:r>
          </a:p>
          <a:p>
            <a:pPr lvl="2"/>
            <a:r>
              <a:rPr lang="fr-FR" noProof="0" dirty="0"/>
              <a:t>15 min : Mise en situation</a:t>
            </a:r>
            <a:endParaRPr lang="fr-FR" dirty="0"/>
          </a:p>
          <a:p>
            <a:pPr lvl="2"/>
            <a:r>
              <a:rPr lang="fr-FR" noProof="0" dirty="0"/>
              <a:t>15 min : Cas d’usage</a:t>
            </a:r>
          </a:p>
          <a:p>
            <a:pPr lvl="2"/>
            <a:r>
              <a:rPr lang="fr-FR" noProof="0" dirty="0"/>
              <a:t>30 min : Exercice</a:t>
            </a:r>
          </a:p>
          <a:p>
            <a:pPr lvl="1"/>
            <a:r>
              <a:rPr lang="fr-FR" noProof="0" dirty="0"/>
              <a:t>Soutenance de 5 min + 3 min de questions</a:t>
            </a:r>
          </a:p>
          <a:p>
            <a:pPr lvl="2"/>
            <a:r>
              <a:rPr lang="fr-FR" noProof="0" dirty="0"/>
              <a:t>Calcul avec Arduino et affichage par LED</a:t>
            </a:r>
          </a:p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5AE1AC-CC59-2CBD-917B-7064F06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2997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7AE10-0D6E-484C-A4D1-EF01B7DC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Vue synoptique de la séquence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CD943A81-B0C4-17A0-4898-453ADFF89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110952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6743">
                  <a:extLst>
                    <a:ext uri="{9D8B030D-6E8A-4147-A177-3AD203B41FA5}">
                      <a16:colId xmlns:a16="http://schemas.microsoft.com/office/drawing/2014/main" val="510414834"/>
                    </a:ext>
                  </a:extLst>
                </a:gridCol>
                <a:gridCol w="1814286">
                  <a:extLst>
                    <a:ext uri="{9D8B030D-6E8A-4147-A177-3AD203B41FA5}">
                      <a16:colId xmlns:a16="http://schemas.microsoft.com/office/drawing/2014/main" val="477646523"/>
                    </a:ext>
                  </a:extLst>
                </a:gridCol>
                <a:gridCol w="1712686">
                  <a:extLst>
                    <a:ext uri="{9D8B030D-6E8A-4147-A177-3AD203B41FA5}">
                      <a16:colId xmlns:a16="http://schemas.microsoft.com/office/drawing/2014/main" val="2362536329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151706175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565309784"/>
                    </a:ext>
                  </a:extLst>
                </a:gridCol>
                <a:gridCol w="1406678">
                  <a:extLst>
                    <a:ext uri="{9D8B030D-6E8A-4147-A177-3AD203B41FA5}">
                      <a16:colId xmlns:a16="http://schemas.microsoft.com/office/drawing/2014/main" val="4233430214"/>
                    </a:ext>
                  </a:extLst>
                </a:gridCol>
              </a:tblGrid>
              <a:tr h="1340022"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Cours 1 </a:t>
                      </a:r>
                    </a:p>
                    <a:p>
                      <a:pPr algn="ctr"/>
                      <a:r>
                        <a:rPr lang="fr-FR" sz="1800" dirty="0"/>
                        <a:t>Introduction concept de résistance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TP1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Découverte Re, </a:t>
                      </a:r>
                      <a:r>
                        <a:rPr lang="fr-FR" sz="1800" dirty="0" err="1"/>
                        <a:t>Rm</a:t>
                      </a:r>
                      <a:endParaRPr lang="fr-F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TD1 </a:t>
                      </a:r>
                    </a:p>
                    <a:p>
                      <a:pPr algn="ctr"/>
                      <a:r>
                        <a:rPr lang="fr-FR" sz="1800" dirty="0"/>
                        <a:t>Quizz</a:t>
                      </a:r>
                    </a:p>
                    <a:p>
                      <a:pPr algn="ctr"/>
                      <a:r>
                        <a:rPr lang="fr-FR" sz="1800" dirty="0"/>
                        <a:t>Essai normalisé </a:t>
                      </a:r>
                    </a:p>
                    <a:p>
                      <a:pPr algn="ctr"/>
                      <a:r>
                        <a:rPr lang="fr-FR" sz="1800" dirty="0"/>
                        <a:t>caractéristiques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TP2</a:t>
                      </a:r>
                    </a:p>
                    <a:p>
                      <a:pPr algn="ctr"/>
                      <a:r>
                        <a:rPr lang="fr-FR" sz="1800" dirty="0"/>
                        <a:t>Lien matériau résistance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TP3</a:t>
                      </a:r>
                    </a:p>
                    <a:p>
                      <a:pPr algn="ctr"/>
                      <a:r>
                        <a:rPr lang="fr-FR" sz="1800" dirty="0"/>
                        <a:t>Suite + oral et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58022"/>
                  </a:ext>
                </a:extLst>
              </a:tr>
              <a:tr h="1554426"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/>
                        <a:t>Semaine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Cours2</a:t>
                      </a:r>
                    </a:p>
                    <a:p>
                      <a:pPr algn="ctr"/>
                      <a:r>
                        <a:rPr lang="fr-FR" sz="1800" dirty="0"/>
                        <a:t>Sollicitations: traction, flexion,…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TP4</a:t>
                      </a:r>
                    </a:p>
                    <a:p>
                      <a:pPr algn="ctr"/>
                      <a:r>
                        <a:rPr lang="fr-FR" sz="1800" dirty="0"/>
                        <a:t>Découverte rigidité, module d’Young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TD2 comparaison essais réels et simulations, remédiation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TP5</a:t>
                      </a:r>
                    </a:p>
                    <a:p>
                      <a:pPr algn="ctr"/>
                      <a:r>
                        <a:rPr lang="fr-FR" sz="1800" dirty="0"/>
                        <a:t>Lien type de </a:t>
                      </a:r>
                      <a:r>
                        <a:rPr lang="fr-FR" sz="1800" dirty="0" err="1"/>
                        <a:t>chargementdéformation</a:t>
                      </a:r>
                      <a:r>
                        <a:rPr lang="fr-FR" sz="1800" dirty="0"/>
                        <a:t> intro des vibrations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TD3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Fin du TD + </a:t>
                      </a:r>
                      <a:r>
                        <a:rPr lang="fr-FR" sz="1800" dirty="0" err="1"/>
                        <a:t>eval</a:t>
                      </a:r>
                      <a:endParaRPr lang="fr-F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5682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693421-6FEB-101A-4A73-C0DFBBEB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14</a:t>
            </a:fld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1F20-990E-D57A-DD17-433EAA63164D}"/>
              </a:ext>
            </a:extLst>
          </p:cNvPr>
          <p:cNvSpPr/>
          <p:nvPr/>
        </p:nvSpPr>
        <p:spPr>
          <a:xfrm>
            <a:off x="475502" y="0"/>
            <a:ext cx="25021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70851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678C1-8EA2-607A-05EA-7B6418EC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dirty="0"/>
              <a:t>Cours 1 2h</a:t>
            </a:r>
          </a:p>
        </p:txBody>
      </p:sp>
      <p:sp>
        <p:nvSpPr>
          <p:cNvPr id="17" name="Espace réservé du contenu 16">
            <a:extLst>
              <a:ext uri="{FF2B5EF4-FFF2-40B4-BE49-F238E27FC236}">
                <a16:creationId xmlns:a16="http://schemas.microsoft.com/office/drawing/2014/main" id="{39A3B720-A78E-1885-AE38-81EE3FB4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5FF07E-779B-188B-DC67-D0DC5B30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smtClean="0"/>
              <a:pPr/>
              <a:t>15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C50B38F-D012-DC93-8119-592619450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488033"/>
              </p:ext>
            </p:extLst>
          </p:nvPr>
        </p:nvGraphicFramePr>
        <p:xfrm>
          <a:off x="4633684" y="685800"/>
          <a:ext cx="52723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7121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516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BF94A4F-B7ED-DDE5-0174-D5F9E7391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>
            <a:normAutofit/>
          </a:bodyPr>
          <a:lstStyle/>
          <a:p>
            <a:r>
              <a:rPr lang="fr-FR" noProof="0" dirty="0"/>
              <a:t>Présentation du système didactisé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C0C488D-9D9B-B806-4E4F-C66B175FD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56BF3B-EC0B-ABCA-0499-3DB2CFDE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79456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1CF0-E09D-BCF6-273F-E55185F9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A74A698-5067-9A04-9037-48AF9EAC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Présentation du système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2E95E220-539E-9F5E-1D62-C67CDED09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D5646F-B82A-F4BA-36D9-4E9F68E8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4305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6D079-62E3-0477-B850-D0D5CD57D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Potentialités didactiques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5F930875-F056-359B-4D6B-6DA49A7E7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AE8C16-6FF0-D860-FB0E-10F4FC05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60024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4DBC-5A67-18CA-A85B-913957B5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DAC3D3-E2E8-9938-CE67-99E4C1B1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Présentation de la séance à caractère expérimental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D613F92C-D93B-FD1F-848A-4CC6DD89A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2DF38C-015C-DD43-4EF7-5855DACA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11322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2882A-6A23-7729-8E0C-C2D6342D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Séance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DC7E0-F770-9294-DF66-C61EF7750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fr-FR" noProof="0" dirty="0"/>
              <a:t>Prérequis</a:t>
            </a:r>
          </a:p>
          <a:p>
            <a:endParaRPr lang="fr-FR" noProof="0" dirty="0"/>
          </a:p>
          <a:p>
            <a:r>
              <a:rPr lang="fr-FR" noProof="0" dirty="0"/>
              <a:t>Groupe de combien </a:t>
            </a:r>
          </a:p>
          <a:p>
            <a:pPr lvl="1"/>
            <a:r>
              <a:rPr lang="fr-FR" noProof="0" dirty="0"/>
              <a:t>Faits </a:t>
            </a:r>
            <a:r>
              <a:rPr lang="fr-FR" noProof="0" dirty="0" err="1"/>
              <a:t>comments</a:t>
            </a:r>
            <a:endParaRPr lang="fr-FR" noProof="0" dirty="0"/>
          </a:p>
          <a:p>
            <a:pPr lvl="1"/>
            <a:r>
              <a:rPr lang="fr-FR" noProof="0" dirty="0"/>
              <a:t>Rotation des rôles entre les séances</a:t>
            </a:r>
          </a:p>
          <a:p>
            <a:pPr lvl="1"/>
            <a:endParaRPr lang="fr-FR" noProof="0" dirty="0"/>
          </a:p>
          <a:p>
            <a:r>
              <a:rPr lang="fr-FR" noProof="0" dirty="0"/>
              <a:t>Type de sujet</a:t>
            </a:r>
          </a:p>
          <a:p>
            <a:r>
              <a:rPr lang="fr-FR" noProof="0" dirty="0"/>
              <a:t>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3CE686-4F3D-7869-6CC3-4ABFDD7E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20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027EFF-7006-3DCD-FE60-0325BE8738C8}"/>
              </a:ext>
            </a:extLst>
          </p:cNvPr>
          <p:cNvSpPr txBox="1"/>
          <p:nvPr/>
        </p:nvSpPr>
        <p:spPr>
          <a:xfrm>
            <a:off x="1371600" y="1488217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Problématique de la séance :</a:t>
            </a:r>
          </a:p>
        </p:txBody>
      </p:sp>
    </p:spTree>
    <p:extLst>
      <p:ext uri="{BB962C8B-B14F-4D97-AF65-F5344CB8AC3E}">
        <p14:creationId xmlns:p14="http://schemas.microsoft.com/office/powerpoint/2010/main" val="3616338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4AE64E-2C10-A808-E753-998F5CDE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Supports pédagogiques</a:t>
            </a:r>
          </a:p>
        </p:txBody>
      </p:sp>
      <p:sp>
        <p:nvSpPr>
          <p:cNvPr id="25" name="Espace réservé du contenu 24">
            <a:extLst>
              <a:ext uri="{FF2B5EF4-FFF2-40B4-BE49-F238E27FC236}">
                <a16:creationId xmlns:a16="http://schemas.microsoft.com/office/drawing/2014/main" id="{F50DA3B6-7A21-AB17-6DDD-F429F2B9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9665D7-FB00-B1AD-81E7-438ED62F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21</a:t>
            </a:fld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6A4226-E3BE-88C4-FC99-75ADA542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85" y="1962150"/>
            <a:ext cx="1324391" cy="1447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274DBE-45BB-D64A-E9F9-A0FE13AFE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7" y="1773071"/>
            <a:ext cx="1200249" cy="181542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65BFF43-4800-3C7B-ACB2-C9B89B09E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263" y="1798589"/>
            <a:ext cx="2857500" cy="16002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70F7B68-C48E-D148-F116-F091A2963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719" y="1868915"/>
            <a:ext cx="3247081" cy="153791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784994C-0366-DC87-8316-F8E0BFF7E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556" y="4245263"/>
            <a:ext cx="1822419" cy="162848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73B90C7-A7DD-C69A-0678-E3F5879D5A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26" y="4186852"/>
            <a:ext cx="1962150" cy="196215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D808937-8017-A476-6820-07045CD3E887}"/>
              </a:ext>
            </a:extLst>
          </p:cNvPr>
          <p:cNvSpPr txBox="1"/>
          <p:nvPr/>
        </p:nvSpPr>
        <p:spPr>
          <a:xfrm>
            <a:off x="9245600" y="3597194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Pont Roulant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BCA12A-C3D2-F88B-BC67-9F5780C649D0}"/>
              </a:ext>
            </a:extLst>
          </p:cNvPr>
          <p:cNvSpPr txBox="1"/>
          <p:nvPr/>
        </p:nvSpPr>
        <p:spPr>
          <a:xfrm>
            <a:off x="5966312" y="3583922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 err="1"/>
              <a:t>ControlX</a:t>
            </a:r>
            <a:endParaRPr lang="fr-FR" noProof="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85CDB59-E908-D67C-2B2E-7D3DF16284D2}"/>
              </a:ext>
            </a:extLst>
          </p:cNvPr>
          <p:cNvSpPr txBox="1"/>
          <p:nvPr/>
        </p:nvSpPr>
        <p:spPr>
          <a:xfrm>
            <a:off x="3432166" y="3700744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 err="1"/>
              <a:t>Comax</a:t>
            </a:r>
            <a:endParaRPr lang="fr-FR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EE41626-383D-E9C6-D368-3E44F98F2DE6}"/>
              </a:ext>
            </a:extLst>
          </p:cNvPr>
          <p:cNvSpPr txBox="1"/>
          <p:nvPr/>
        </p:nvSpPr>
        <p:spPr>
          <a:xfrm>
            <a:off x="1231900" y="3506690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Créa Slider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8E22096-0E92-0E12-35C0-671D85EB1D93}"/>
              </a:ext>
            </a:extLst>
          </p:cNvPr>
          <p:cNvSpPr txBox="1"/>
          <p:nvPr/>
        </p:nvSpPr>
        <p:spPr>
          <a:xfrm>
            <a:off x="3340075" y="5959058"/>
            <a:ext cx="181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Imprimante 2D</a:t>
            </a:r>
          </a:p>
        </p:txBody>
      </p:sp>
    </p:spTree>
    <p:extLst>
      <p:ext uri="{BB962C8B-B14F-4D97-AF65-F5344CB8AC3E}">
        <p14:creationId xmlns:p14="http://schemas.microsoft.com/office/powerpoint/2010/main" val="271764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EBB0-3111-E0C4-0AC5-5FB29251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C1A5A-2E17-4CDB-7D99-A42971EA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Démarche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A0B65-58B3-D32E-462D-503A242A8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fr-FR" noProof="0" dirty="0"/>
              <a:t>Démarche d’investigation, de</a:t>
            </a:r>
          </a:p>
          <a:p>
            <a:r>
              <a:rPr lang="fr-FR" noProof="0" dirty="0"/>
              <a:t>résolution de problème technique, de projet,..</a:t>
            </a:r>
          </a:p>
          <a:p>
            <a:r>
              <a:rPr lang="fr-FR" noProof="0" dirty="0"/>
              <a:t>Découverte</a:t>
            </a:r>
          </a:p>
          <a:p>
            <a:pPr lvl="1"/>
            <a:r>
              <a:rPr lang="fr-FR" noProof="0" dirty="0"/>
              <a:t>Doivent comprendre le fonctionnement avec peu d’éléments</a:t>
            </a:r>
          </a:p>
          <a:p>
            <a:pPr lvl="1"/>
            <a:r>
              <a:rPr lang="fr-FR" noProof="0" dirty="0"/>
              <a:t>Ces éléments sont apportés au bon moment</a:t>
            </a:r>
          </a:p>
          <a:p>
            <a:pPr lvl="1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8547EC-05CE-65AA-C62D-FB695A7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29497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DD76E-3793-535E-2F26-ACBB9BB82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Introduction</a:t>
            </a:r>
          </a:p>
        </p:txBody>
      </p:sp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6A2E5E1C-A2BB-B7A9-E3B8-DA0ECBC0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56455D-E66A-8A9A-3454-A8C8C3DA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23</a:t>
            </a:fld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BA693F-8CCC-058A-DB1B-79AB63668B79}"/>
              </a:ext>
            </a:extLst>
          </p:cNvPr>
          <p:cNvSpPr txBox="1"/>
          <p:nvPr/>
        </p:nvSpPr>
        <p:spPr>
          <a:xfrm>
            <a:off x="8382000" y="1987034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Durée : 30 min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A7207D1-BC8E-FF5E-4B41-FD3D54CCEC08}"/>
              </a:ext>
            </a:extLst>
          </p:cNvPr>
          <p:cNvSpPr txBox="1"/>
          <p:nvPr/>
        </p:nvSpPr>
        <p:spPr>
          <a:xfrm>
            <a:off x="8381999" y="3059668"/>
            <a:ext cx="1123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Quoi faire</a:t>
            </a:r>
          </a:p>
        </p:txBody>
      </p:sp>
    </p:spTree>
    <p:extLst>
      <p:ext uri="{BB962C8B-B14F-4D97-AF65-F5344CB8AC3E}">
        <p14:creationId xmlns:p14="http://schemas.microsoft.com/office/powerpoint/2010/main" val="3648555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FA69D-2D73-D6D6-ECCF-2EC1A15B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B9CA79-BC79-9CA9-057B-8FC9C2A8B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fr-FR" noProof="0" dirty="0"/>
              <a:t>Formation</a:t>
            </a:r>
          </a:p>
          <a:p>
            <a:endParaRPr lang="fr-FR" noProof="0" dirty="0"/>
          </a:p>
          <a:p>
            <a:r>
              <a:rPr lang="fr-FR" noProof="0" dirty="0"/>
              <a:t>Cours dans la séquence</a:t>
            </a:r>
          </a:p>
          <a:p>
            <a:endParaRPr lang="fr-FR" noProof="0" dirty="0"/>
          </a:p>
          <a:p>
            <a:r>
              <a:rPr lang="fr-FR" noProof="0" dirty="0"/>
              <a:t>Support utilisé et sa pertinence</a:t>
            </a:r>
          </a:p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A26825-C757-2957-6098-D92C0129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38785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D661177-94E1-E513-C079-B25627257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/>
          <a:lstStyle/>
          <a:p>
            <a:r>
              <a:rPr lang="fr-FR" noProof="0" dirty="0"/>
              <a:t>Merci pour votre attention</a:t>
            </a:r>
          </a:p>
        </p:txBody>
      </p:sp>
      <p:sp>
        <p:nvSpPr>
          <p:cNvPr id="13" name="Sous-titre 12">
            <a:extLst>
              <a:ext uri="{FF2B5EF4-FFF2-40B4-BE49-F238E27FC236}">
                <a16:creationId xmlns:a16="http://schemas.microsoft.com/office/drawing/2014/main" id="{369BC638-FF6A-53CA-7B04-147071F445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742B32-04E6-FACF-A907-DB5F8873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25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80549696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0</TotalTime>
  <Words>579</Words>
  <Application>Microsoft Office PowerPoint</Application>
  <PresentationFormat>Grand écran</PresentationFormat>
  <Paragraphs>222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Aptos</vt:lpstr>
      <vt:lpstr>Franklin Gothic Book</vt:lpstr>
      <vt:lpstr>Wingdings</vt:lpstr>
      <vt:lpstr>Cadrage</vt:lpstr>
      <vt:lpstr>Épreuve d’exploitation pédagogique d’une activité pratique relative à l’approche globale d’un système pluritechnologique</vt:lpstr>
      <vt:lpstr>Sommaire</vt:lpstr>
      <vt:lpstr>Présentation de la séquence pédagogique</vt:lpstr>
      <vt:lpstr>Contexte de la filière</vt:lpstr>
      <vt:lpstr>Modalités de la séquence</vt:lpstr>
      <vt:lpstr>Prérequis</vt:lpstr>
      <vt:lpstr>Compétences et connaissances visées</vt:lpstr>
      <vt:lpstr>Contextualisation de la séquence</vt:lpstr>
      <vt:lpstr>Emploi du temps </vt:lpstr>
      <vt:lpstr>Emploi du temps </vt:lpstr>
      <vt:lpstr>Emploi du temps </vt:lpstr>
      <vt:lpstr>Emploi du temps </vt:lpstr>
      <vt:lpstr>Évaluations</vt:lpstr>
      <vt:lpstr>Vue synoptique de la séquence</vt:lpstr>
      <vt:lpstr>Cours 1 2h</vt:lpstr>
      <vt:lpstr>Présentation du système didactisé</vt:lpstr>
      <vt:lpstr>Présentation du système</vt:lpstr>
      <vt:lpstr>Potentialités didactiques</vt:lpstr>
      <vt:lpstr>Présentation de la séance à caractère expérimental</vt:lpstr>
      <vt:lpstr>Séance à caractère expérimental</vt:lpstr>
      <vt:lpstr>Supports pédagogiques</vt:lpstr>
      <vt:lpstr>Démarche</vt:lpstr>
      <vt:lpstr>Introduction</vt:lpstr>
      <vt:lpstr>Conclusion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Hugues Brice</cp:lastModifiedBy>
  <cp:revision>22</cp:revision>
  <dcterms:created xsi:type="dcterms:W3CDTF">2026-06-05T12:34:35Z</dcterms:created>
  <dcterms:modified xsi:type="dcterms:W3CDTF">2026-06-07T13:05:29Z</dcterms:modified>
</cp:coreProperties>
</file>