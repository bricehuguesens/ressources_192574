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88" r:id="rId11"/>
    <p:sldId id="266" r:id="rId12"/>
    <p:sldId id="276" r:id="rId13"/>
    <p:sldId id="277" r:id="rId14"/>
    <p:sldId id="284" r:id="rId15"/>
    <p:sldId id="285" r:id="rId16"/>
    <p:sldId id="286" r:id="rId17"/>
    <p:sldId id="268" r:id="rId18"/>
    <p:sldId id="269" r:id="rId19"/>
    <p:sldId id="287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74BC9097-585B-485D-BC93-0177D576A349}">
          <p14:sldIdLst>
            <p14:sldId id="256"/>
          </p14:sldIdLst>
        </p14:section>
        <p14:section name="Sommaire" id="{418974AC-9ED8-4844-A7B6-44AB019734F8}">
          <p14:sldIdLst>
            <p14:sldId id="257"/>
          </p14:sldIdLst>
        </p14:section>
        <p14:section name="Présentation du système" id="{74DEC717-5837-470B-A99A-3F477BCBD0C6}">
          <p14:sldIdLst>
            <p14:sldId id="258"/>
            <p14:sldId id="259"/>
          </p14:sldIdLst>
        </p14:section>
        <p14:section name="Présentation des manipulations réalisées" id="{D02495CD-48A6-40B1-A35C-76DF5395AF5B}">
          <p14:sldIdLst>
            <p14:sldId id="260"/>
            <p14:sldId id="261"/>
          </p14:sldIdLst>
        </p14:section>
        <p14:section name="Présentation de la séquence pédagogique" id="{78D1BA11-83C6-4016-B96D-76C97B425BD7}">
          <p14:sldIdLst>
            <p14:sldId id="262"/>
          </p14:sldIdLst>
        </p14:section>
        <p14:section name="Contexte de la filière" id="{6071A6E2-9DE2-47C4-81F8-C3279089F8EF}">
          <p14:sldIdLst>
            <p14:sldId id="263"/>
            <p14:sldId id="265"/>
            <p14:sldId id="288"/>
            <p14:sldId id="266"/>
            <p14:sldId id="276"/>
            <p14:sldId id="277"/>
            <p14:sldId id="284"/>
            <p14:sldId id="285"/>
            <p14:sldId id="286"/>
          </p14:sldIdLst>
        </p14:section>
        <p14:section name="Prérequis" id="{C75066A0-F66B-47C7-9F47-3330A2038956}">
          <p14:sldIdLst>
            <p14:sldId id="268"/>
          </p14:sldIdLst>
        </p14:section>
        <p14:section name="Séquence" id="{B3637AB5-D08D-46B6-8604-6CE1066CE0A6}">
          <p14:sldIdLst>
            <p14:sldId id="269"/>
            <p14:sldId id="287"/>
          </p14:sldIdLst>
        </p14:section>
        <p14:section name="Évaluation" id="{A8EDA3F5-498D-40C0-8AC6-E93A93781C47}">
          <p14:sldIdLst>
            <p14:sldId id="271"/>
          </p14:sldIdLst>
        </p14:section>
        <p14:section name="Séance à Caractère Expérimenal" id="{FD44380C-DC21-43B1-8CFB-1A441F1C1420}">
          <p14:sldIdLst>
            <p14:sldId id="272"/>
            <p14:sldId id="273"/>
          </p14:sldIdLst>
        </p14:section>
        <p14:section name="Conclusion" id="{D632A153-8878-4482-B04C-AEC8415B1CD7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035B4-2BDE-4FCF-AC79-94E7FD45893E}" v="15" dt="2026-06-07T13:02:23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ues Brice" userId="c7df3fbd-a2ff-4947-a36f-3c79731735f9" providerId="ADAL" clId="{11C87FC2-1AF0-40DF-92CC-B891D987192B}"/>
    <pc:docChg chg="custSel addSld delSld modSld modMainMaster delSection modSection">
      <pc:chgData name="Hugues Brice" userId="c7df3fbd-a2ff-4947-a36f-3c79731735f9" providerId="ADAL" clId="{11C87FC2-1AF0-40DF-92CC-B891D987192B}" dt="2026-06-07T13:04:19.101" v="50" actId="478"/>
      <pc:docMkLst>
        <pc:docMk/>
      </pc:docMkLst>
      <pc:sldChg chg="addSp delSp 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1058381198" sldId="256"/>
        </pc:sldMkLst>
        <pc:spChg chg="del">
          <ac:chgData name="Hugues Brice" userId="c7df3fbd-a2ff-4947-a36f-3c79731735f9" providerId="ADAL" clId="{11C87FC2-1AF0-40DF-92CC-B891D987192B}" dt="2026-06-07T12:59:27.019" v="15" actId="478"/>
          <ac:spMkLst>
            <pc:docMk/>
            <pc:sldMk cId="1058381198" sldId="256"/>
            <ac:spMk id="2" creationId="{72E1344C-802D-F5C3-6668-E884402768E0}"/>
          </ac:spMkLst>
        </pc:spChg>
        <pc:spChg chg="del">
          <ac:chgData name="Hugues Brice" userId="c7df3fbd-a2ff-4947-a36f-3c79731735f9" providerId="ADAL" clId="{11C87FC2-1AF0-40DF-92CC-B891D987192B}" dt="2026-06-07T12:59:28.058" v="16" actId="478"/>
          <ac:spMkLst>
            <pc:docMk/>
            <pc:sldMk cId="1058381198" sldId="256"/>
            <ac:spMk id="3" creationId="{EB5A5FBB-EE00-B50C-DB06-9F4832DA652D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058381198" sldId="256"/>
            <ac:spMk id="4" creationId="{E8C9DADD-C515-2532-54B3-59090AF77282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058381198" sldId="256"/>
            <ac:spMk id="5" creationId="{BDFFC0B0-168A-3FED-EC8E-AC3BD66206D0}"/>
          </ac:spMkLst>
        </pc:spChg>
        <pc:spChg chg="add del mod">
          <ac:chgData name="Hugues Brice" userId="c7df3fbd-a2ff-4947-a36f-3c79731735f9" providerId="ADAL" clId="{11C87FC2-1AF0-40DF-92CC-B891D987192B}" dt="2026-06-07T12:59:31.198" v="18" actId="478"/>
          <ac:spMkLst>
            <pc:docMk/>
            <pc:sldMk cId="1058381198" sldId="256"/>
            <ac:spMk id="7" creationId="{CB8E961C-4BAE-ECE9-B006-E127EE6BEB70}"/>
          </ac:spMkLst>
        </pc:spChg>
        <pc:spChg chg="add del mod">
          <ac:chgData name="Hugues Brice" userId="c7df3fbd-a2ff-4947-a36f-3c79731735f9" providerId="ADAL" clId="{11C87FC2-1AF0-40DF-92CC-B891D987192B}" dt="2026-06-07T12:59:30.050" v="17" actId="478"/>
          <ac:spMkLst>
            <pc:docMk/>
            <pc:sldMk cId="1058381198" sldId="256"/>
            <ac:spMk id="9" creationId="{4D0F907B-A19B-0B37-365A-CDE9A9C70A7C}"/>
          </ac:spMkLst>
        </pc:spChg>
        <pc:spChg chg="add 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058381198" sldId="256"/>
            <ac:spMk id="10" creationId="{5520070C-E32E-31CD-CB2A-2EF103ABF6EF}"/>
          </ac:spMkLst>
        </pc:spChg>
        <pc:spChg chg="add 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058381198" sldId="256"/>
            <ac:spMk id="11" creationId="{57ADDD9C-CA00-2E9D-1363-02E11D95FF2F}"/>
          </ac:spMkLst>
        </pc:spChg>
        <pc:spChg chg="add 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058381198" sldId="256"/>
            <ac:spMk id="12" creationId="{4B5BB140-BD4B-1E11-1B58-B28CE06DFB51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1111395170" sldId="257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11395170" sldId="257"/>
            <ac:spMk id="4" creationId="{B38AEE7B-DB50-EEE5-E200-87B127E33CCF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11395170" sldId="257"/>
            <ac:spMk id="5" creationId="{FE1ACFA8-29E4-038B-038D-B86C51E4FB6E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11395170" sldId="257"/>
            <ac:spMk id="6" creationId="{B1D0B67A-95B3-6BA0-A611-4A539AB44DEA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1743646265" sldId="258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43646265" sldId="258"/>
            <ac:spMk id="2" creationId="{09A23A54-C0BF-168C-902F-A4032063C6C1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43646265" sldId="258"/>
            <ac:spMk id="3" creationId="{6D7D4A73-6C3F-5E24-329E-5775875616E2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43646265" sldId="258"/>
            <ac:spMk id="4" creationId="{4F23FC63-172B-2BC0-EF46-EF974F675A60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1057165519" sldId="259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057165519" sldId="259"/>
            <ac:spMk id="2" creationId="{1ABC6E94-C296-4FA6-2B52-8B461FE387E3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057165519" sldId="259"/>
            <ac:spMk id="3" creationId="{5C97CB6E-F688-808B-117F-61ED85AE49B2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057165519" sldId="259"/>
            <ac:spMk id="4" creationId="{B7FFB85E-5A38-63B7-2A8E-FCB94D103CFF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1179456515" sldId="260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79456515" sldId="260"/>
            <ac:spMk id="4" creationId="{FC56BF3B-EC0B-ABCA-0499-3DB2CFDE0403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79456515" sldId="260"/>
            <ac:spMk id="5" creationId="{4BF94A4F-B7ED-DDE5-0174-D5F9E739145C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79456515" sldId="260"/>
            <ac:spMk id="6" creationId="{98989753-6C0F-ECFD-5470-E4E96160B4A2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2653643583" sldId="261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2653643583" sldId="261"/>
            <ac:spMk id="4" creationId="{CFC4B19D-3F27-A52C-6A13-1C732FFE3A8C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2653643583" sldId="261"/>
            <ac:spMk id="5" creationId="{64015CF7-56D8-0727-1E0D-3444C9FEC38A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2653643583" sldId="261"/>
            <ac:spMk id="6" creationId="{C8B37360-714F-F41A-CE43-60C98F430CF4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1471523159" sldId="262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471523159" sldId="262"/>
            <ac:spMk id="4" creationId="{5193003F-EBAA-FB9D-F1DD-FB8D5FF2C044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471523159" sldId="262"/>
            <ac:spMk id="5" creationId="{1422FC55-0445-5EEB-F3E6-3206A7ACB207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471523159" sldId="262"/>
            <ac:spMk id="6" creationId="{F7F0CCBD-BC96-E09F-AAEA-5835D192F407}"/>
          </ac:spMkLst>
        </pc:spChg>
      </pc:sldChg>
      <pc:sldChg chg="modSp mod">
        <pc:chgData name="Hugues Brice" userId="c7df3fbd-a2ff-4947-a36f-3c79731735f9" providerId="ADAL" clId="{11C87FC2-1AF0-40DF-92CC-B891D987192B}" dt="2026-06-07T13:02:23.258" v="45"/>
        <pc:sldMkLst>
          <pc:docMk/>
          <pc:sldMk cId="2020172637" sldId="263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2020172637" sldId="263"/>
            <ac:spMk id="4" creationId="{FBDDA493-C0B5-0055-5885-4AF89AFB8A78}"/>
          </ac:spMkLst>
        </pc:spChg>
        <pc:spChg chg="mod">
          <ac:chgData name="Hugues Brice" userId="c7df3fbd-a2ff-4947-a36f-3c79731735f9" providerId="ADAL" clId="{11C87FC2-1AF0-40DF-92CC-B891D987192B}" dt="2026-06-07T13:02:23.258" v="45"/>
          <ac:spMkLst>
            <pc:docMk/>
            <pc:sldMk cId="2020172637" sldId="263"/>
            <ac:spMk id="5" creationId="{4F5B5EE8-418A-F11D-D63F-BFCEE1F1286D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2020172637" sldId="263"/>
            <ac:spMk id="6" creationId="{F29118A1-C019-6AED-F2EC-687E34070E8B}"/>
          </ac:spMkLst>
        </pc:spChg>
      </pc:sldChg>
      <pc:sldChg chg="modSp del">
        <pc:chgData name="Hugues Brice" userId="c7df3fbd-a2ff-4947-a36f-3c79731735f9" providerId="ADAL" clId="{11C87FC2-1AF0-40DF-92CC-B891D987192B}" dt="2026-06-07T12:58:11.376" v="2" actId="47"/>
        <pc:sldMkLst>
          <pc:docMk/>
          <pc:sldMk cId="2948027405" sldId="264"/>
        </pc:sldMkLst>
        <pc:spChg chg="mod">
          <ac:chgData name="Hugues Brice" userId="c7df3fbd-a2ff-4947-a36f-3c79731735f9" providerId="ADAL" clId="{11C87FC2-1AF0-40DF-92CC-B891D987192B}" dt="2026-06-07T12:58:01.424" v="0"/>
          <ac:spMkLst>
            <pc:docMk/>
            <pc:sldMk cId="2948027405" sldId="264"/>
            <ac:spMk id="4" creationId="{46DED23E-DF72-BBC0-6CE6-BE6D2253A243}"/>
          </ac:spMkLst>
        </pc:spChg>
        <pc:spChg chg="mod">
          <ac:chgData name="Hugues Brice" userId="c7df3fbd-a2ff-4947-a36f-3c79731735f9" providerId="ADAL" clId="{11C87FC2-1AF0-40DF-92CC-B891D987192B}" dt="2026-06-07T12:58:01.424" v="0"/>
          <ac:spMkLst>
            <pc:docMk/>
            <pc:sldMk cId="2948027405" sldId="264"/>
            <ac:spMk id="5" creationId="{E220F5FB-4AEA-0E53-3119-A81032826553}"/>
          </ac:spMkLst>
        </pc:spChg>
        <pc:spChg chg="mod">
          <ac:chgData name="Hugues Brice" userId="c7df3fbd-a2ff-4947-a36f-3c79731735f9" providerId="ADAL" clId="{11C87FC2-1AF0-40DF-92CC-B891D987192B}" dt="2026-06-07T12:58:01.424" v="0"/>
          <ac:spMkLst>
            <pc:docMk/>
            <pc:sldMk cId="2948027405" sldId="264"/>
            <ac:spMk id="6" creationId="{0C5343DC-792C-558F-8832-07AFEDF38666}"/>
          </ac:spMkLst>
        </pc:spChg>
      </pc:sldChg>
      <pc:sldChg chg="modSp add del mod">
        <pc:chgData name="Hugues Brice" userId="c7df3fbd-a2ff-4947-a36f-3c79731735f9" providerId="ADAL" clId="{11C87FC2-1AF0-40DF-92CC-B891D987192B}" dt="2026-06-07T13:02:07.755" v="43"/>
        <pc:sldMkLst>
          <pc:docMk/>
          <pc:sldMk cId="2089394562" sldId="265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2089394562" sldId="265"/>
            <ac:spMk id="2" creationId="{564A8A71-F321-9094-6BD5-8F1F9D4C6C50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2089394562" sldId="265"/>
            <ac:spMk id="3" creationId="{4EBEDC38-2AAF-7F99-4424-D3E0CE4A2F41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2089394562" sldId="265"/>
            <ac:spMk id="4" creationId="{4C132B0E-BBD0-46CE-879D-99A3D33BAA43}"/>
          </ac:spMkLst>
        </pc:spChg>
      </pc:sldChg>
      <pc:sldChg chg="modSp add del mod">
        <pc:chgData name="Hugues Brice" userId="c7df3fbd-a2ff-4947-a36f-3c79731735f9" providerId="ADAL" clId="{11C87FC2-1AF0-40DF-92CC-B891D987192B}" dt="2026-06-07T13:02:07.755" v="43"/>
        <pc:sldMkLst>
          <pc:docMk/>
          <pc:sldMk cId="1101789138" sldId="266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01789138" sldId="266"/>
            <ac:spMk id="2" creationId="{459E145C-1A37-E04A-B28C-4A52D65B3251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01789138" sldId="266"/>
            <ac:spMk id="3" creationId="{DA93BDE9-6217-8CF8-BC41-07BAF8778640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101789138" sldId="266"/>
            <ac:spMk id="4" creationId="{83B79617-4CD9-1EE2-A8D2-CDF729064D64}"/>
          </ac:spMkLst>
        </pc:spChg>
      </pc:sldChg>
      <pc:sldChg chg="modSp del mod">
        <pc:chgData name="Hugues Brice" userId="c7df3fbd-a2ff-4947-a36f-3c79731735f9" providerId="ADAL" clId="{11C87FC2-1AF0-40DF-92CC-B891D987192B}" dt="2026-06-07T13:01:46.483" v="41" actId="47"/>
        <pc:sldMkLst>
          <pc:docMk/>
          <pc:sldMk cId="145118700" sldId="267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45118700" sldId="267"/>
            <ac:spMk id="2" creationId="{29E68D49-8931-1973-2824-8B8960759586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45118700" sldId="267"/>
            <ac:spMk id="3" creationId="{75C651D7-8FA0-50F7-6C80-65FB4D3287E8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45118700" sldId="267"/>
            <ac:spMk id="4" creationId="{09A53633-60A2-740D-CB55-C810AF49DD90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1571382793" sldId="268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571382793" sldId="268"/>
            <ac:spMk id="2" creationId="{A4657B54-AA24-7066-80DA-0CDBC518717F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571382793" sldId="268"/>
            <ac:spMk id="3" creationId="{E013E3C4-B673-022E-905C-ACF95E0E2451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571382793" sldId="268"/>
            <ac:spMk id="4" creationId="{ABAE06D8-4854-B1BC-D251-6AFBE808D67D}"/>
          </ac:spMkLst>
        </pc:spChg>
      </pc:sldChg>
      <pc:sldChg chg="modSp add del mod">
        <pc:chgData name="Hugues Brice" userId="c7df3fbd-a2ff-4947-a36f-3c79731735f9" providerId="ADAL" clId="{11C87FC2-1AF0-40DF-92CC-B891D987192B}" dt="2026-06-07T13:01:33.541" v="39"/>
        <pc:sldMkLst>
          <pc:docMk/>
          <pc:sldMk cId="770851389" sldId="269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770851389" sldId="269"/>
            <ac:spMk id="2" creationId="{D207AE10-0D6E-484C-A4D1-EF01B7DC2F17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770851389" sldId="269"/>
            <ac:spMk id="4" creationId="{4C693421-6FEB-101A-4A73-C0DFBBEB1CDF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770851389" sldId="269"/>
            <ac:spMk id="15" creationId="{073C1F20-990E-D57A-DD17-433EAA63164D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770851389" sldId="269"/>
            <ac:spMk id="16" creationId="{D68C94E2-BEB0-56E5-8DB1-C9E4A9294FF7}"/>
          </ac:spMkLst>
        </pc:spChg>
        <pc:graphicFrameChg chg="modGraphic">
          <ac:chgData name="Hugues Brice" userId="c7df3fbd-a2ff-4947-a36f-3c79731735f9" providerId="ADAL" clId="{11C87FC2-1AF0-40DF-92CC-B891D987192B}" dt="2026-06-07T13:00:19.873" v="35" actId="790"/>
          <ac:graphicFrameMkLst>
            <pc:docMk/>
            <pc:sldMk cId="770851389" sldId="269"/>
            <ac:graphicFrameMk id="14" creationId="{5028D434-C6FE-C63B-A423-07874B64E1EF}"/>
          </ac:graphicFrameMkLst>
        </pc:graphicFrameChg>
      </pc:sldChg>
      <pc:sldChg chg="modSp del mod">
        <pc:chgData name="Hugues Brice" userId="c7df3fbd-a2ff-4947-a36f-3c79731735f9" providerId="ADAL" clId="{11C87FC2-1AF0-40DF-92CC-B891D987192B}" dt="2026-06-07T13:00:54.364" v="37" actId="47"/>
        <pc:sldMkLst>
          <pc:docMk/>
          <pc:sldMk cId="179134556" sldId="270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2" creationId="{E34493F7-65D9-33DA-0D18-9E169863CD58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4" creationId="{F7E99361-8176-41CE-9B56-1C79C1775D68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12" creationId="{D44A82EB-775B-07F1-B3DD-1299858E17C6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13" creationId="{EF55C1CF-48BB-34E9-40FE-DF80283E2A22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14" creationId="{659C59E3-6493-C6D0-709F-E59A698BAA39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15" creationId="{AC1E5B07-2D98-BF7F-4A90-7B70CDA5BF2E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16" creationId="{D54BEDD1-8A10-CEFD-4AB1-9D2378B3FB99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17" creationId="{A74D7A94-837B-15E9-A46A-C3362747743B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18" creationId="{D29C5B16-2BCB-E58A-0D1A-BAB3536018F2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79134556" sldId="270"/>
            <ac:spMk id="21" creationId="{67F621CC-9BE6-0941-F7BF-46CD75CB963C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1929971073" sldId="271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929971073" sldId="271"/>
            <ac:spMk id="2" creationId="{2D01AC89-8A3E-4D2B-2C21-19099182DCD4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929971073" sldId="271"/>
            <ac:spMk id="3" creationId="{B8C46222-44DB-9C24-3A43-3FFB2E9FD537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1929971073" sldId="271"/>
            <ac:spMk id="4" creationId="{7B5AE1AC-CC59-2CBD-917B-7064F06DB6C2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3616338366" sldId="272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616338366" sldId="272"/>
            <ac:spMk id="2" creationId="{5292882A-6A23-7729-8E0C-C2D6342D9873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616338366" sldId="272"/>
            <ac:spMk id="3" creationId="{2FDDC7E0-F770-9294-DF66-C61EF77503C5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616338366" sldId="272"/>
            <ac:spMk id="4" creationId="{E33CE686-4F3D-7869-6CC3-4ABFDD7ED954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616338366" sldId="272"/>
            <ac:spMk id="6" creationId="{85027EFF-7006-3DCD-FE60-0325BE8738C8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3429497297" sldId="273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429497297" sldId="273"/>
            <ac:spMk id="2" creationId="{49EC1A5A-2E17-4CDB-7D99-A42971EA67E3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429497297" sldId="273"/>
            <ac:spMk id="3" creationId="{0C6A0B65-58B3-D32E-462D-503A242A8CFE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429497297" sldId="273"/>
            <ac:spMk id="4" creationId="{428547EC-05CE-65AA-C62D-FB695A7EE514}"/>
          </ac:spMkLst>
        </pc:spChg>
      </pc:sldChg>
      <pc:sldChg chg="modSp mod">
        <pc:chgData name="Hugues Brice" userId="c7df3fbd-a2ff-4947-a36f-3c79731735f9" providerId="ADAL" clId="{11C87FC2-1AF0-40DF-92CC-B891D987192B}" dt="2026-06-07T13:03:29.310" v="49" actId="5793"/>
        <pc:sldMkLst>
          <pc:docMk/>
          <pc:sldMk cId="3538785201" sldId="274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538785201" sldId="274"/>
            <ac:spMk id="2" creationId="{6BBFA69D-2D73-D6D6-ECCF-2EC1A15B15CB}"/>
          </ac:spMkLst>
        </pc:spChg>
        <pc:spChg chg="mod">
          <ac:chgData name="Hugues Brice" userId="c7df3fbd-a2ff-4947-a36f-3c79731735f9" providerId="ADAL" clId="{11C87FC2-1AF0-40DF-92CC-B891D987192B}" dt="2026-06-07T13:03:29.310" v="49" actId="5793"/>
          <ac:spMkLst>
            <pc:docMk/>
            <pc:sldMk cId="3538785201" sldId="274"/>
            <ac:spMk id="3" creationId="{F2B9CA79-BC79-9CA9-057B-8FC9C2A8B057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538785201" sldId="274"/>
            <ac:spMk id="4" creationId="{68A26825-C757-2957-6098-D92C01295D1E}"/>
          </ac:spMkLst>
        </pc:spChg>
      </pc:sldChg>
      <pc:sldChg chg="modSp mod">
        <pc:chgData name="Hugues Brice" userId="c7df3fbd-a2ff-4947-a36f-3c79731735f9" providerId="ADAL" clId="{11C87FC2-1AF0-40DF-92CC-B891D987192B}" dt="2026-06-07T13:00:19.873" v="35" actId="790"/>
        <pc:sldMkLst>
          <pc:docMk/>
          <pc:sldMk cId="3880549696" sldId="275"/>
        </pc:sldMkLst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880549696" sldId="275"/>
            <ac:spMk id="4" creationId="{0E742B32-04E6-FACF-A907-DB5F8873D0A6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880549696" sldId="275"/>
            <ac:spMk id="5" creationId="{9D661177-94E1-E513-C079-B256272578B8}"/>
          </ac:spMkLst>
        </pc:spChg>
        <pc:spChg chg="mod">
          <ac:chgData name="Hugues Brice" userId="c7df3fbd-a2ff-4947-a36f-3c79731735f9" providerId="ADAL" clId="{11C87FC2-1AF0-40DF-92CC-B891D987192B}" dt="2026-06-07T13:00:19.873" v="35" actId="790"/>
          <ac:spMkLst>
            <pc:docMk/>
            <pc:sldMk cId="3880549696" sldId="275"/>
            <ac:spMk id="6" creationId="{2658BCEA-2EA0-8BF0-A837-12E19D495FE3}"/>
          </ac:spMkLst>
        </pc:spChg>
      </pc:sldChg>
      <pc:sldChg chg="new del">
        <pc:chgData name="Hugues Brice" userId="c7df3fbd-a2ff-4947-a36f-3c79731735f9" providerId="ADAL" clId="{11C87FC2-1AF0-40DF-92CC-B891D987192B}" dt="2026-06-07T13:01:35.565" v="40" actId="47"/>
        <pc:sldMkLst>
          <pc:docMk/>
          <pc:sldMk cId="1522475870" sldId="276"/>
        </pc:sldMkLst>
      </pc:sldChg>
      <pc:sldChg chg="delSp add mod">
        <pc:chgData name="Hugues Brice" userId="c7df3fbd-a2ff-4947-a36f-3c79731735f9" providerId="ADAL" clId="{11C87FC2-1AF0-40DF-92CC-B891D987192B}" dt="2026-06-07T13:04:19.101" v="50" actId="478"/>
        <pc:sldMkLst>
          <pc:docMk/>
          <pc:sldMk cId="2652942849" sldId="276"/>
        </pc:sldMkLst>
        <pc:spChg chg="del">
          <ac:chgData name="Hugues Brice" userId="c7df3fbd-a2ff-4947-a36f-3c79731735f9" providerId="ADAL" clId="{11C87FC2-1AF0-40DF-92CC-B891D987192B}" dt="2026-06-07T13:04:19.101" v="50" actId="478"/>
          <ac:spMkLst>
            <pc:docMk/>
            <pc:sldMk cId="2652942849" sldId="276"/>
            <ac:spMk id="14" creationId="{71A4857B-64A5-AF8E-5CD1-AFEBA2401E5A}"/>
          </ac:spMkLst>
        </pc:spChg>
      </pc:sldChg>
      <pc:sldChg chg="add">
        <pc:chgData name="Hugues Brice" userId="c7df3fbd-a2ff-4947-a36f-3c79731735f9" providerId="ADAL" clId="{11C87FC2-1AF0-40DF-92CC-B891D987192B}" dt="2026-06-07T13:02:07.755" v="43"/>
        <pc:sldMkLst>
          <pc:docMk/>
          <pc:sldMk cId="2994130524" sldId="277"/>
        </pc:sldMkLst>
      </pc:sldChg>
      <pc:sldChg chg="delSp add mod">
        <pc:chgData name="Hugues Brice" userId="c7df3fbd-a2ff-4947-a36f-3c79731735f9" providerId="ADAL" clId="{11C87FC2-1AF0-40DF-92CC-B891D987192B}" dt="2026-06-07T13:02:35.837" v="46" actId="478"/>
        <pc:sldMkLst>
          <pc:docMk/>
          <pc:sldMk cId="3065641835" sldId="284"/>
        </pc:sldMkLst>
        <pc:spChg chg="del">
          <ac:chgData name="Hugues Brice" userId="c7df3fbd-a2ff-4947-a36f-3c79731735f9" providerId="ADAL" clId="{11C87FC2-1AF0-40DF-92CC-B891D987192B}" dt="2026-06-07T13:02:35.837" v="46" actId="478"/>
          <ac:spMkLst>
            <pc:docMk/>
            <pc:sldMk cId="3065641835" sldId="284"/>
            <ac:spMk id="16" creationId="{8E8C497C-2068-6F98-4F88-29798ED57FCF}"/>
          </ac:spMkLst>
        </pc:spChg>
      </pc:sldChg>
      <pc:sldChg chg="delSp add mod">
        <pc:chgData name="Hugues Brice" userId="c7df3fbd-a2ff-4947-a36f-3c79731735f9" providerId="ADAL" clId="{11C87FC2-1AF0-40DF-92CC-B891D987192B}" dt="2026-06-07T13:02:42.348" v="47" actId="478"/>
        <pc:sldMkLst>
          <pc:docMk/>
          <pc:sldMk cId="798573604" sldId="285"/>
        </pc:sldMkLst>
        <pc:spChg chg="del">
          <ac:chgData name="Hugues Brice" userId="c7df3fbd-a2ff-4947-a36f-3c79731735f9" providerId="ADAL" clId="{11C87FC2-1AF0-40DF-92CC-B891D987192B}" dt="2026-06-07T13:02:42.348" v="47" actId="478"/>
          <ac:spMkLst>
            <pc:docMk/>
            <pc:sldMk cId="798573604" sldId="285"/>
            <ac:spMk id="15" creationId="{F61AA2CA-5369-9E22-B4EC-AC863A8E602E}"/>
          </ac:spMkLst>
        </pc:spChg>
      </pc:sldChg>
      <pc:sldChg chg="add">
        <pc:chgData name="Hugues Brice" userId="c7df3fbd-a2ff-4947-a36f-3c79731735f9" providerId="ADAL" clId="{11C87FC2-1AF0-40DF-92CC-B891D987192B}" dt="2026-06-07T13:02:07.755" v="43"/>
        <pc:sldMkLst>
          <pc:docMk/>
          <pc:sldMk cId="472949115" sldId="286"/>
        </pc:sldMkLst>
      </pc:sldChg>
      <pc:sldChg chg="add">
        <pc:chgData name="Hugues Brice" userId="c7df3fbd-a2ff-4947-a36f-3c79731735f9" providerId="ADAL" clId="{11C87FC2-1AF0-40DF-92CC-B891D987192B}" dt="2026-06-07T13:01:33.541" v="39"/>
        <pc:sldMkLst>
          <pc:docMk/>
          <pc:sldMk cId="1299516896" sldId="287"/>
        </pc:sldMkLst>
      </pc:sldChg>
      <pc:sldChg chg="add">
        <pc:chgData name="Hugues Brice" userId="c7df3fbd-a2ff-4947-a36f-3c79731735f9" providerId="ADAL" clId="{11C87FC2-1AF0-40DF-92CC-B891D987192B}" dt="2026-06-07T13:02:07.755" v="43"/>
        <pc:sldMkLst>
          <pc:docMk/>
          <pc:sldMk cId="707787894" sldId="288"/>
        </pc:sldMkLst>
      </pc:sldChg>
      <pc:sldMasterChg chg="setBg modSldLayout">
        <pc:chgData name="Hugues Brice" userId="c7df3fbd-a2ff-4947-a36f-3c79731735f9" providerId="ADAL" clId="{11C87FC2-1AF0-40DF-92CC-B891D987192B}" dt="2026-06-07T12:58:06.570" v="1"/>
        <pc:sldMasterMkLst>
          <pc:docMk/>
          <pc:sldMasterMk cId="3099134694" sldId="2147483809"/>
        </pc:sldMasterMkLst>
        <pc:sldLayoutChg chg="setBg">
          <pc:chgData name="Hugues Brice" userId="c7df3fbd-a2ff-4947-a36f-3c79731735f9" providerId="ADAL" clId="{11C87FC2-1AF0-40DF-92CC-B891D987192B}" dt="2026-06-07T12:58:06.570" v="1"/>
          <pc:sldLayoutMkLst>
            <pc:docMk/>
            <pc:sldMasterMk cId="3099134694" sldId="2147483809"/>
            <pc:sldLayoutMk cId="814861931" sldId="2147483810"/>
          </pc:sldLayoutMkLst>
        </pc:sldLayoutChg>
        <pc:sldLayoutChg chg="setBg">
          <pc:chgData name="Hugues Brice" userId="c7df3fbd-a2ff-4947-a36f-3c79731735f9" providerId="ADAL" clId="{11C87FC2-1AF0-40DF-92CC-B891D987192B}" dt="2026-06-07T12:58:06.570" v="1"/>
          <pc:sldLayoutMkLst>
            <pc:docMk/>
            <pc:sldMasterMk cId="3099134694" sldId="2147483809"/>
            <pc:sldLayoutMk cId="2157703297" sldId="214748381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8A7C7-51D5-4CE9-848C-73CCDCB5AD2A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025D0-A47D-4AF2-993F-F9C2E204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29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5BF4BE5-493C-4950-8611-4B73EBA124A3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81486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4F8F-65AC-4766-A2F7-69AD9EC8EDDE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05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F0BDA-B3DF-4C30-B725-2619B0E62ACD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70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CF4-2F57-44BE-86E1-4D2E12B5FC6A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99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D020-EA2F-4E08-9F19-25238FB1646F}" type="datetime1">
              <a:rPr lang="fr-FR" smtClean="0"/>
              <a:t>07/06/2026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064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9C80-4ECC-4A86-ACB8-43004AF15481}" type="datetime1">
              <a:rPr lang="fr-FR" smtClean="0"/>
              <a:t>07/06/2026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58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220C-94C3-4D23-98DD-B536DE4A6F2C}" type="datetime1">
              <a:rPr lang="fr-FR" smtClean="0"/>
              <a:t>07/06/2026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660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7193F2-5089-4D6D-B951-141B92746967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26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55EEFE-CE4B-45B5-811F-7C771B7BD159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825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0509C-B4B3-4DBB-BCC9-40D57FCA4C66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78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CFBF-E380-4D91-9539-BDFDF7AF5C45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978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865F967-DFD5-47C5-B34E-026F86C5401C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13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C9DADD-C515-2532-54B3-59090AF7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1013" y="6447022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t>1</a:t>
            </a:fld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DFFC0B0-168A-3FED-EC8E-AC3BD66206D0}"/>
              </a:ext>
            </a:extLst>
          </p:cNvPr>
          <p:cNvSpPr txBox="1"/>
          <p:nvPr/>
        </p:nvSpPr>
        <p:spPr>
          <a:xfrm>
            <a:off x="264695" y="5732363"/>
            <a:ext cx="3681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N° candidat : </a:t>
            </a:r>
            <a:r>
              <a:rPr lang="fr-FR" b="1" noProof="0" dirty="0"/>
              <a:t>02540450966</a:t>
            </a:r>
          </a:p>
          <a:p>
            <a:r>
              <a:rPr lang="fr-FR" noProof="0" dirty="0"/>
              <a:t>HUGUES Brice – xx/06/2026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520070C-E32E-31CD-CB2A-2EF103ABF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18" y="3956050"/>
            <a:ext cx="8752682" cy="620613"/>
          </a:xfrm>
        </p:spPr>
        <p:txBody>
          <a:bodyPr>
            <a:noAutofit/>
          </a:bodyPr>
          <a:lstStyle/>
          <a:p>
            <a:r>
              <a:rPr lang="fr-FR" sz="2000" noProof="0" dirty="0"/>
              <a:t>Épreuve d’exploitation pédagogique d’une activité pratique relative à l’approche Spécialisée d’un système pluritechnologique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57ADDD9C-CA00-2E9D-1363-02E11D95F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493" y="4646513"/>
            <a:ext cx="6832600" cy="1085850"/>
          </a:xfrm>
        </p:spPr>
        <p:txBody>
          <a:bodyPr/>
          <a:lstStyle/>
          <a:p>
            <a:r>
              <a:rPr lang="fr-FR" noProof="0" dirty="0"/>
              <a:t>Sciences Industrielles de l’Ingénieur</a:t>
            </a:r>
          </a:p>
          <a:p>
            <a:r>
              <a:rPr lang="fr-FR" noProof="0" dirty="0"/>
              <a:t>Spécialité Ingénierie Mécanique</a:t>
            </a:r>
          </a:p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4B5BB140-BD4B-1E11-1B58-B28CE06DFB51}"/>
              </a:ext>
            </a:extLst>
          </p:cNvPr>
          <p:cNvSpPr txBox="1">
            <a:spLocks/>
          </p:cNvSpPr>
          <p:nvPr/>
        </p:nvSpPr>
        <p:spPr>
          <a:xfrm>
            <a:off x="1524000" y="94381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72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noProof="0" dirty="0"/>
              <a:t>Titre de la séquence</a:t>
            </a:r>
          </a:p>
        </p:txBody>
      </p:sp>
    </p:spTree>
    <p:extLst>
      <p:ext uri="{BB962C8B-B14F-4D97-AF65-F5344CB8AC3E}">
        <p14:creationId xmlns:p14="http://schemas.microsoft.com/office/powerpoint/2010/main" val="10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E1ACFA8-29E4-038B-038D-B86C51E4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Sommaire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D0B67A-95B3-6BA0-A611-4A539AB44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noProof="0" dirty="0"/>
          </a:p>
          <a:p>
            <a:r>
              <a:rPr lang="fr-FR" noProof="0" dirty="0"/>
              <a:t>Présentation du Système </a:t>
            </a:r>
            <a:r>
              <a:rPr lang="fr-FR" sz="700" noProof="0" dirty="0"/>
              <a:t>5min</a:t>
            </a:r>
            <a:endParaRPr lang="fr-FR" noProof="0" dirty="0"/>
          </a:p>
          <a:p>
            <a:endParaRPr lang="fr-FR" noProof="0" dirty="0"/>
          </a:p>
          <a:p>
            <a:r>
              <a:rPr lang="fr-FR" noProof="0" dirty="0"/>
              <a:t>Présentation des manipulations réalisées </a:t>
            </a:r>
            <a:r>
              <a:rPr lang="fr-FR" sz="700" noProof="0" dirty="0"/>
              <a:t>5min</a:t>
            </a:r>
            <a:endParaRPr lang="fr-FR" noProof="0" dirty="0"/>
          </a:p>
          <a:p>
            <a:endParaRPr lang="fr-FR" noProof="0" dirty="0"/>
          </a:p>
          <a:p>
            <a:r>
              <a:rPr lang="fr-FR" noProof="0" dirty="0"/>
              <a:t>Présentation de la séquence pédagogique </a:t>
            </a:r>
            <a:r>
              <a:rPr lang="fr-FR" sz="700" noProof="0" dirty="0"/>
              <a:t>20min</a:t>
            </a:r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8AEE7B-DB50-EEE5-E200-87B127E3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1139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23A54-C0BF-168C-902F-A4032063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Système global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7D4A73-6C3F-5E24-329E-577587561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23FC63-172B-2BC0-EF46-EF974F67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4364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BC6E94-C296-4FA6-2B52-8B461FE3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Potentialités didactiques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97CB6E-F688-808B-117F-61ED85AE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FFB85E-5A38-63B7-2A8E-FCB94D10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05716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BF94A4F-B7ED-DDE5-0174-D5F9E739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Présentation des manipulations réalisées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8989753-6C0F-ECFD-5470-E4E96160B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56BF3B-EC0B-ABCA-0499-3DB2CFDE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7945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4015CF7-56D8-0727-1E0D-3444C9FE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B37360-714F-F41A-CE43-60C98F430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C4B19D-3F27-A52C-6A13-1C732FFE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pPr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5364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422FC55-0445-5EEB-F3E6-3206A7AC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Présentation de la séquence pédagogique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7F0CCBD-BC96-E09F-AAEA-5835D192F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93003F-EBAA-FB9D-F1DD-FB8D5FF2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7152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F5B5EE8-418A-F11D-D63F-BFCEE1F1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Contexte</a:t>
            </a:r>
            <a:r>
              <a:rPr lang="fr-FR" dirty="0"/>
              <a:t> de la filière</a:t>
            </a:r>
            <a:endParaRPr lang="fr-FR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29118A1-C019-6AED-F2EC-687E34070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DDA493-C0B5-0055-5885-4AF89AFB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pPr/>
              <a:t>8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2017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A8A71-F321-9094-6BD5-8F1F9D4C6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Modalités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BEDC38-2AAF-7F99-4424-D3E0CE4A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r>
              <a:rPr lang="fr-FR" noProof="0" dirty="0"/>
              <a:t>Titre de la séquence</a:t>
            </a:r>
          </a:p>
          <a:p>
            <a:r>
              <a:rPr lang="fr-FR" noProof="0" dirty="0"/>
              <a:t>Volume horaire</a:t>
            </a:r>
          </a:p>
          <a:p>
            <a:r>
              <a:rPr lang="fr-FR" noProof="0" dirty="0"/>
              <a:t>Effectif total</a:t>
            </a:r>
          </a:p>
          <a:p>
            <a:r>
              <a:rPr lang="fr-FR" noProof="0" dirty="0"/>
              <a:t>Formation visée</a:t>
            </a:r>
          </a:p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132B0E-BBD0-46CE-879D-99A3D33B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8939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657B54-AA24-7066-80DA-0CDBC518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Prérequis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3E90957-C05B-3A78-10B5-5E366A570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AE06D8-4854-B1BC-D251-6AFBE808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10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0778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3C26-FE78-1ADD-7E3E-F2C16715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9E145C-1A37-E04A-B28C-4A52D65B3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Compétences et connaissances visées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45D8A27-D7A1-5C75-BFB6-4F15EA576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B79617-4CD9-1EE2-A8D2-CDF7290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01789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1CC5-6963-A47A-9805-A6B37343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3F482-AADA-3890-C96E-5AEB6B59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Contextualisation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54B1BD-27ED-5B6C-9091-D8D5D61B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12</a:t>
            </a:fld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1CDB1D5-5456-D810-82C0-293C2ED07AF6}"/>
              </a:ext>
            </a:extLst>
          </p:cNvPr>
          <p:cNvSpPr txBox="1"/>
          <p:nvPr/>
        </p:nvSpPr>
        <p:spPr>
          <a:xfrm>
            <a:off x="1371600" y="2046810"/>
            <a:ext cx="6096000" cy="201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marR="0" lvl="0" indent="-384048" algn="l" defTabSz="914400" rtl="0" eaLnBrk="1" fontAlgn="auto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■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191B0E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Titre de la séquence</a:t>
            </a:r>
            <a:endParaRPr lang="fr-FR" sz="2000" noProof="0" dirty="0">
              <a:solidFill>
                <a:srgbClr val="191B0E"/>
              </a:solidFill>
              <a:latin typeface="Franklin Gothic Book" panose="020B0503020102020204"/>
            </a:endParaRPr>
          </a:p>
          <a:p>
            <a:pPr marL="384048" marR="0" lvl="0" indent="-384048" algn="l" defTabSz="914400" rtl="0" eaLnBrk="1" fontAlgn="auto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■"/>
              <a:tabLst/>
              <a:defRPr/>
            </a:pPr>
            <a:r>
              <a:rPr lang="fr-FR" sz="2000" noProof="0" dirty="0"/>
              <a:t>Problématique de la séquence</a:t>
            </a:r>
          </a:p>
          <a:p>
            <a:pPr marL="384048" indent="-384048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/>
            </a:pPr>
            <a:r>
              <a:rPr lang="fr-FR" sz="2000" noProof="0" dirty="0"/>
              <a:t>Durée</a:t>
            </a:r>
          </a:p>
          <a:p>
            <a:pPr marL="384048" indent="-384048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/>
            </a:pPr>
            <a:r>
              <a:rPr lang="fr-FR" sz="2000" noProof="0" dirty="0"/>
              <a:t>Placement dans l’année</a:t>
            </a:r>
            <a:endParaRPr lang="fr-FR" noProof="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52942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180F-8285-43F8-D793-46ABFFD1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B05246-3B04-2690-B81A-709BEA5F6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Emploi du temps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27C34A0F-C44E-A297-6227-401933764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C1E87F-FD8C-9DFE-7961-06C935D6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13</a:t>
            </a:fld>
            <a:endParaRPr lang="fr-FR" noProof="0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947FFC1-C3DF-EF99-0841-E8809DB39E37}"/>
              </a:ext>
            </a:extLst>
          </p:cNvPr>
          <p:cNvGraphicFramePr>
            <a:graphicFrameLocks noGrp="1"/>
          </p:cNvGraphicFramePr>
          <p:nvPr/>
        </p:nvGraphicFramePr>
        <p:xfrm>
          <a:off x="1771649" y="2686051"/>
          <a:ext cx="812800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I2D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1H I2D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4A6DEEBB-3DAE-FD62-195E-14676701D487}"/>
              </a:ext>
            </a:extLst>
          </p:cNvPr>
          <p:cNvSpPr txBox="1"/>
          <p:nvPr/>
        </p:nvSpPr>
        <p:spPr>
          <a:xfrm>
            <a:off x="1698627" y="1401146"/>
            <a:ext cx="82010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STI2D </a:t>
            </a:r>
          </a:p>
          <a:p>
            <a:r>
              <a:rPr lang="fr-FR" dirty="0"/>
              <a:t>Classe de 36 élèves</a:t>
            </a:r>
          </a:p>
          <a:p>
            <a:r>
              <a:rPr lang="fr-FR" dirty="0"/>
              <a:t>12h de cours hebdomadaire:</a:t>
            </a:r>
          </a:p>
          <a:p>
            <a:r>
              <a:rPr lang="fr-FR" sz="1800" dirty="0"/>
              <a:t>9h I2D dont </a:t>
            </a:r>
            <a:r>
              <a:rPr lang="fr-FR" sz="1800" dirty="0">
                <a:highlight>
                  <a:srgbClr val="00FF00"/>
                </a:highlight>
              </a:rPr>
              <a:t>6h en ½ groupe </a:t>
            </a:r>
            <a:r>
              <a:rPr lang="fr-FR" sz="1800" dirty="0"/>
              <a:t>+ 3h IT en ½ groupe</a:t>
            </a:r>
          </a:p>
        </p:txBody>
      </p:sp>
    </p:spTree>
    <p:extLst>
      <p:ext uri="{BB962C8B-B14F-4D97-AF65-F5344CB8AC3E}">
        <p14:creationId xmlns:p14="http://schemas.microsoft.com/office/powerpoint/2010/main" val="2994130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D8F0-3FB2-01DC-6E5B-0C7BCFDD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52D8B5-A3DD-E357-B859-A25A8948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Emploi du temps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E53ECF-2373-3E2D-83D7-D4D8031B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14</a:t>
            </a:fld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8C7C100-2DA0-121C-70EB-65F062541CC0}"/>
              </a:ext>
            </a:extLst>
          </p:cNvPr>
          <p:cNvSpPr txBox="1"/>
          <p:nvPr/>
        </p:nvSpPr>
        <p:spPr>
          <a:xfrm>
            <a:off x="1698627" y="1401146"/>
            <a:ext cx="82010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</a:t>
            </a:r>
            <a:r>
              <a:rPr lang="fr-FR" baseline="30000" dirty="0"/>
              <a:t>ale</a:t>
            </a:r>
            <a:r>
              <a:rPr lang="fr-FR" dirty="0"/>
              <a:t> STI2D spécialité ITEC</a:t>
            </a:r>
          </a:p>
          <a:p>
            <a:r>
              <a:rPr lang="fr-FR" dirty="0"/>
              <a:t>Classe de 36 élèves</a:t>
            </a:r>
          </a:p>
          <a:p>
            <a:r>
              <a:rPr lang="fr-FR" dirty="0"/>
              <a:t>12h de cours hebdomadaire:</a:t>
            </a:r>
          </a:p>
          <a:p>
            <a:r>
              <a:rPr lang="fr-FR" dirty="0"/>
              <a:t>8h ITEC + 4h 2I2D  avec 8h en ½ groupe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A39B29CA-93EC-59D7-49F4-D69BF9FA8634}"/>
              </a:ext>
            </a:extLst>
          </p:cNvPr>
          <p:cNvGraphicFramePr>
            <a:graphicFrameLocks noGrp="1"/>
          </p:cNvGraphicFramePr>
          <p:nvPr/>
        </p:nvGraphicFramePr>
        <p:xfrm>
          <a:off x="1771649" y="2887046"/>
          <a:ext cx="812800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2I2D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2I2D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641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AB14-7EF7-0941-88BE-449464B04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244802-9B13-E248-75A8-00EE06573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Emploi du temps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7C8C6D-0F3E-4DF2-882B-833B5072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15</a:t>
            </a:fld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AF68EA-83F1-8EDB-42F1-CDE0BA26DB97}"/>
              </a:ext>
            </a:extLst>
          </p:cNvPr>
          <p:cNvSpPr txBox="1"/>
          <p:nvPr/>
        </p:nvSpPr>
        <p:spPr>
          <a:xfrm>
            <a:off x="1698627" y="1401146"/>
            <a:ext cx="82010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</a:t>
            </a:r>
            <a:r>
              <a:rPr lang="fr-FR" baseline="30000" dirty="0"/>
              <a:t>ale</a:t>
            </a:r>
            <a:r>
              <a:rPr lang="fr-FR" dirty="0"/>
              <a:t> STI2D spécialité ITEC</a:t>
            </a:r>
          </a:p>
          <a:p>
            <a:r>
              <a:rPr lang="fr-FR" dirty="0"/>
              <a:t>Classe de 36 élèves</a:t>
            </a:r>
          </a:p>
          <a:p>
            <a:r>
              <a:rPr lang="fr-FR" dirty="0"/>
              <a:t>12h de cours hebdomadaire:</a:t>
            </a:r>
          </a:p>
          <a:p>
            <a:r>
              <a:rPr lang="fr-FR" dirty="0"/>
              <a:t>8h ITEC + 4h 2I2D  avec 8h en ½ groupe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CF1CA05-45BB-408E-412C-AB384F1536B0}"/>
              </a:ext>
            </a:extLst>
          </p:cNvPr>
          <p:cNvGraphicFramePr>
            <a:graphicFrameLocks noGrp="1"/>
          </p:cNvGraphicFramePr>
          <p:nvPr/>
        </p:nvGraphicFramePr>
        <p:xfrm>
          <a:off x="1771649" y="2887046"/>
          <a:ext cx="812800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2I2D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2I2D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3H ITEC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573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1354-3BA7-D1BD-93EF-00288176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B0D75F-2EF9-CDE1-05F7-51BC4A58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Emploi du temps</a:t>
            </a:r>
            <a:br>
              <a:rPr lang="fr-FR" noProof="0" dirty="0"/>
            </a:br>
            <a:endParaRPr lang="fr-FR" noProof="0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6BE6FF00-8A42-A475-0E2F-865114018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1A4CD7-61D3-577C-62A6-C151DB34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16</a:t>
            </a:fld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806AFD5-2C26-A710-70A4-29660F76A229}"/>
              </a:ext>
            </a:extLst>
          </p:cNvPr>
          <p:cNvSpPr txBox="1"/>
          <p:nvPr/>
        </p:nvSpPr>
        <p:spPr>
          <a:xfrm>
            <a:off x="1698627" y="1401146"/>
            <a:ext cx="82010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année CPGE, PTSI /TSI</a:t>
            </a:r>
          </a:p>
          <a:p>
            <a:r>
              <a:rPr lang="fr-FR" dirty="0"/>
              <a:t>Classe de 45 étudiants</a:t>
            </a:r>
          </a:p>
          <a:p>
            <a:r>
              <a:rPr lang="fr-FR" dirty="0"/>
              <a:t>8h30 de cours hebdomadaire: / 7H TSI (pas de soutient)</a:t>
            </a:r>
          </a:p>
          <a:p>
            <a:r>
              <a:rPr lang="fr-FR" dirty="0"/>
              <a:t>2h30 de TP en 1/3 de classe, 4h TD en ½ classe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A7CFBC0-DF55-713F-7872-233A99B9F6B6}"/>
              </a:ext>
            </a:extLst>
          </p:cNvPr>
          <p:cNvGraphicFramePr>
            <a:graphicFrameLocks noGrp="1"/>
          </p:cNvGraphicFramePr>
          <p:nvPr/>
        </p:nvGraphicFramePr>
        <p:xfrm>
          <a:off x="1698627" y="2673230"/>
          <a:ext cx="9116898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2414">
                  <a:extLst>
                    <a:ext uri="{9D8B030D-6E8A-4147-A177-3AD203B41FA5}">
                      <a16:colId xmlns:a16="http://schemas.microsoft.com/office/drawing/2014/main" val="3018625712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4108680489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212889447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410268703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892389463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090072327"/>
                    </a:ext>
                  </a:extLst>
                </a:gridCol>
                <a:gridCol w="1302414">
                  <a:extLst>
                    <a:ext uri="{9D8B030D-6E8A-4147-A177-3AD203B41FA5}">
                      <a16:colId xmlns:a16="http://schemas.microsoft.com/office/drawing/2014/main" val="1580706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Lundi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Mercredi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Jeudi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Vendredi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Samedi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9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8-9H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fr-FR" dirty="0"/>
                        <a:t>4H 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9-10H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2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10-11H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TD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TD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67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11H-12H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8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3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14-15H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 cours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2H30 TP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15-16H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61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16-17H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2H soutien</a:t>
                      </a:r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3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17-18H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solidFill>
                      <a:srgbClr val="FFEB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93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949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657B54-AA24-7066-80DA-0CDBC518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13E3C4-B673-022E-905C-ACF95E0E2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AE06D8-4854-B1BC-D251-6AFBE808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17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71382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7AE10-0D6E-484C-A4D1-EF01B7DC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noProof="0" dirty="0"/>
              <a:t>Vue synoptique de la séquence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CD943A81-B0C4-17A0-4898-453ADFF896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286000"/>
          <a:ext cx="10383764" cy="2894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6743">
                  <a:extLst>
                    <a:ext uri="{9D8B030D-6E8A-4147-A177-3AD203B41FA5}">
                      <a16:colId xmlns:a16="http://schemas.microsoft.com/office/drawing/2014/main" val="510414834"/>
                    </a:ext>
                  </a:extLst>
                </a:gridCol>
                <a:gridCol w="1814286">
                  <a:extLst>
                    <a:ext uri="{9D8B030D-6E8A-4147-A177-3AD203B41FA5}">
                      <a16:colId xmlns:a16="http://schemas.microsoft.com/office/drawing/2014/main" val="477646523"/>
                    </a:ext>
                  </a:extLst>
                </a:gridCol>
                <a:gridCol w="1712686">
                  <a:extLst>
                    <a:ext uri="{9D8B030D-6E8A-4147-A177-3AD203B41FA5}">
                      <a16:colId xmlns:a16="http://schemas.microsoft.com/office/drawing/2014/main" val="2362536329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151706175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565309784"/>
                    </a:ext>
                  </a:extLst>
                </a:gridCol>
                <a:gridCol w="1406678">
                  <a:extLst>
                    <a:ext uri="{9D8B030D-6E8A-4147-A177-3AD203B41FA5}">
                      <a16:colId xmlns:a16="http://schemas.microsoft.com/office/drawing/2014/main" val="4233430214"/>
                    </a:ext>
                  </a:extLst>
                </a:gridCol>
              </a:tblGrid>
              <a:tr h="1340022"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Cours 1 </a:t>
                      </a:r>
                    </a:p>
                    <a:p>
                      <a:pPr algn="ctr"/>
                      <a:r>
                        <a:rPr lang="fr-FR" sz="1800" dirty="0"/>
                        <a:t>Introduction concept de résistance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TP1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Découverte Re, </a:t>
                      </a:r>
                      <a:r>
                        <a:rPr lang="fr-FR" sz="1800" dirty="0" err="1"/>
                        <a:t>Rm</a:t>
                      </a:r>
                      <a:endParaRPr lang="fr-F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TD1 </a:t>
                      </a:r>
                    </a:p>
                    <a:p>
                      <a:pPr algn="ctr"/>
                      <a:r>
                        <a:rPr lang="fr-FR" sz="1800" dirty="0"/>
                        <a:t>Quizz</a:t>
                      </a:r>
                    </a:p>
                    <a:p>
                      <a:pPr algn="ctr"/>
                      <a:r>
                        <a:rPr lang="fr-FR" sz="1800" dirty="0"/>
                        <a:t>Essai normalisé </a:t>
                      </a:r>
                    </a:p>
                    <a:p>
                      <a:pPr algn="ctr"/>
                      <a:r>
                        <a:rPr lang="fr-FR" sz="1800" dirty="0"/>
                        <a:t>caractéristiques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TP2</a:t>
                      </a:r>
                    </a:p>
                    <a:p>
                      <a:pPr algn="ctr"/>
                      <a:r>
                        <a:rPr lang="fr-FR" sz="1800" dirty="0"/>
                        <a:t>Lien matériau résistance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TP3</a:t>
                      </a:r>
                    </a:p>
                    <a:p>
                      <a:pPr algn="ctr"/>
                      <a:r>
                        <a:rPr lang="fr-FR" sz="1800" dirty="0"/>
                        <a:t>Suite + oral et 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58022"/>
                  </a:ext>
                </a:extLst>
              </a:tr>
              <a:tr h="1554426"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/>
                        <a:t>Semaine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Cours2</a:t>
                      </a:r>
                    </a:p>
                    <a:p>
                      <a:pPr algn="ctr"/>
                      <a:r>
                        <a:rPr lang="fr-FR" sz="1800" dirty="0"/>
                        <a:t>Sollicitations: traction, flexion,…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TP4</a:t>
                      </a:r>
                    </a:p>
                    <a:p>
                      <a:pPr algn="ctr"/>
                      <a:r>
                        <a:rPr lang="fr-FR" sz="1800" dirty="0"/>
                        <a:t>Découverte rigidité, module d’Young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TD2 comparaison essais réels et simulations, remédiation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TP5</a:t>
                      </a:r>
                    </a:p>
                    <a:p>
                      <a:pPr algn="ctr"/>
                      <a:r>
                        <a:rPr lang="fr-FR" sz="1800" dirty="0"/>
                        <a:t>Lien type de </a:t>
                      </a:r>
                      <a:r>
                        <a:rPr lang="fr-FR" sz="1800" dirty="0" err="1"/>
                        <a:t>chargementdéformation</a:t>
                      </a:r>
                      <a:r>
                        <a:rPr lang="fr-FR" sz="1800" dirty="0"/>
                        <a:t> intro des vibrations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TD3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Fin du TD + </a:t>
                      </a:r>
                      <a:r>
                        <a:rPr lang="fr-FR" sz="1800" dirty="0" err="1"/>
                        <a:t>eval</a:t>
                      </a:r>
                      <a:endParaRPr lang="fr-F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5682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693421-6FEB-101A-4A73-C0DFBBEB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noProof="0" smtClean="0"/>
              <a:pPr/>
              <a:t>18</a:t>
            </a:fld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1F20-990E-D57A-DD17-433EAA63164D}"/>
              </a:ext>
            </a:extLst>
          </p:cNvPr>
          <p:cNvSpPr/>
          <p:nvPr/>
        </p:nvSpPr>
        <p:spPr>
          <a:xfrm>
            <a:off x="475502" y="0"/>
            <a:ext cx="25021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70851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678C1-8EA2-607A-05EA-7B6418EC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fr-FR" dirty="0"/>
              <a:t>Cours 1 2h</a:t>
            </a:r>
          </a:p>
        </p:txBody>
      </p:sp>
      <p:sp>
        <p:nvSpPr>
          <p:cNvPr id="17" name="Espace réservé du contenu 16">
            <a:extLst>
              <a:ext uri="{FF2B5EF4-FFF2-40B4-BE49-F238E27FC236}">
                <a16:creationId xmlns:a16="http://schemas.microsoft.com/office/drawing/2014/main" id="{39A3B720-A78E-1885-AE38-81EE3FB40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5FF07E-779B-188B-DC67-D0DC5B30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smtClean="0"/>
              <a:pPr/>
              <a:t>19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C50B38F-D012-DC93-8119-5926194506E2}"/>
              </a:ext>
            </a:extLst>
          </p:cNvPr>
          <p:cNvGraphicFramePr>
            <a:graphicFrameLocks noGrp="1"/>
          </p:cNvGraphicFramePr>
          <p:nvPr/>
        </p:nvGraphicFramePr>
        <p:xfrm>
          <a:off x="4633684" y="685800"/>
          <a:ext cx="52723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7121">
                  <a:extLst>
                    <a:ext uri="{9D8B030D-6E8A-4147-A177-3AD203B41FA5}">
                      <a16:colId xmlns:a16="http://schemas.microsoft.com/office/drawing/2014/main" val="3768321597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603146100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2202000248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2237200760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2538769403"/>
                    </a:ext>
                  </a:extLst>
                </a:gridCol>
                <a:gridCol w="777039">
                  <a:extLst>
                    <a:ext uri="{9D8B030D-6E8A-4147-A177-3AD203B41FA5}">
                      <a16:colId xmlns:a16="http://schemas.microsoft.com/office/drawing/2014/main" val="179174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6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51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7C68-35B7-2875-A283-C71E60B7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01AC89-8A3E-4D2B-2C21-19099182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Évaluations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C46222-44DB-9C24-3A43-3FFB2E9FD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noProof="0" dirty="0"/>
              <a:t>Évaluations diagnostiques:</a:t>
            </a:r>
          </a:p>
          <a:p>
            <a:pPr lvl="1"/>
            <a:r>
              <a:rPr lang="fr-FR" noProof="0" dirty="0" err="1"/>
              <a:t>Kahoot</a:t>
            </a:r>
            <a:r>
              <a:rPr lang="fr-FR" noProof="0" dirty="0"/>
              <a:t> de chaque cours</a:t>
            </a:r>
          </a:p>
          <a:p>
            <a:pPr lvl="1"/>
            <a:r>
              <a:rPr lang="fr-FR" noProof="0" dirty="0"/>
              <a:t>Remédiation sur le cours qui suit</a:t>
            </a:r>
          </a:p>
          <a:p>
            <a:r>
              <a:rPr lang="fr-FR" noProof="0" dirty="0"/>
              <a:t>Évaluations sommatives :</a:t>
            </a:r>
          </a:p>
          <a:p>
            <a:pPr lvl="1"/>
            <a:r>
              <a:rPr lang="fr-FR" noProof="0" dirty="0"/>
              <a:t>DS de 1h sur feuille</a:t>
            </a:r>
          </a:p>
          <a:p>
            <a:pPr lvl="2"/>
            <a:r>
              <a:rPr lang="fr-FR" noProof="0" dirty="0"/>
              <a:t>15 min : Mise en situation, transpondeur (base octale)</a:t>
            </a:r>
          </a:p>
          <a:p>
            <a:pPr lvl="2"/>
            <a:r>
              <a:rPr lang="fr-FR" noProof="0" dirty="0"/>
              <a:t>15 min : Cas d’usage, backup d’une entreprise choix d’une mémoire</a:t>
            </a:r>
          </a:p>
          <a:p>
            <a:pPr lvl="2"/>
            <a:r>
              <a:rPr lang="fr-FR" noProof="0" dirty="0"/>
              <a:t>30 min : Additionneur (?) formé de porte-logique</a:t>
            </a:r>
          </a:p>
          <a:p>
            <a:pPr lvl="1"/>
            <a:r>
              <a:rPr lang="fr-FR" noProof="0" dirty="0"/>
              <a:t>Soutenance de 5 min + 3 min de questions</a:t>
            </a:r>
          </a:p>
          <a:p>
            <a:pPr lvl="2"/>
            <a:r>
              <a:rPr lang="fr-FR" noProof="0" dirty="0"/>
              <a:t>Calcul avec Arduino et affichage par LED</a:t>
            </a:r>
          </a:p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5AE1AC-CC59-2CBD-917B-7064F06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20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29971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2882A-6A23-7729-8E0C-C2D6342D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Séance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DDC7E0-F770-9294-DF66-C61EF775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Prérequis</a:t>
            </a:r>
          </a:p>
          <a:p>
            <a:endParaRPr lang="fr-FR" noProof="0" dirty="0"/>
          </a:p>
          <a:p>
            <a:r>
              <a:rPr lang="fr-FR" noProof="0" dirty="0"/>
              <a:t>Groupe de combien </a:t>
            </a:r>
          </a:p>
          <a:p>
            <a:pPr lvl="1"/>
            <a:r>
              <a:rPr lang="fr-FR" noProof="0" dirty="0"/>
              <a:t>Faits </a:t>
            </a:r>
            <a:r>
              <a:rPr lang="fr-FR" noProof="0" dirty="0" err="1"/>
              <a:t>comments</a:t>
            </a:r>
            <a:endParaRPr lang="fr-FR" noProof="0" dirty="0"/>
          </a:p>
          <a:p>
            <a:r>
              <a:rPr lang="fr-FR" noProof="0" dirty="0"/>
              <a:t>Type de sujet</a:t>
            </a:r>
          </a:p>
          <a:p>
            <a:r>
              <a:rPr lang="fr-FR" noProof="0" dirty="0"/>
              <a:t>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3CE686-4F3D-7869-6CC3-4ABFDD7E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21</a:t>
            </a:fld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027EFF-7006-3DCD-FE60-0325BE8738C8}"/>
              </a:ext>
            </a:extLst>
          </p:cNvPr>
          <p:cNvSpPr txBox="1"/>
          <p:nvPr/>
        </p:nvSpPr>
        <p:spPr>
          <a:xfrm>
            <a:off x="1371600" y="1488217"/>
            <a:ext cx="8537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Problématique de la séance : Comment réaliser des opérations arithmétiques à l’aide </a:t>
            </a:r>
          </a:p>
          <a:p>
            <a:r>
              <a:rPr lang="fr-FR" noProof="0" dirty="0"/>
              <a:t>de fonctions logiques</a:t>
            </a:r>
          </a:p>
        </p:txBody>
      </p:sp>
    </p:spTree>
    <p:extLst>
      <p:ext uri="{BB962C8B-B14F-4D97-AF65-F5344CB8AC3E}">
        <p14:creationId xmlns:p14="http://schemas.microsoft.com/office/powerpoint/2010/main" val="3616338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EBB0-3111-E0C4-0AC5-5FB29251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C1A5A-2E17-4CDB-7D99-A42971EA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Séance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6A0B65-58B3-D32E-462D-503A242A8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Organisation temporelle</a:t>
            </a:r>
          </a:p>
          <a:p>
            <a:pPr lvl="1"/>
            <a:r>
              <a:rPr lang="fr-FR" noProof="0" dirty="0"/>
              <a:t>15 min : Répartition des groupes, choix du sujet et mise en place</a:t>
            </a:r>
          </a:p>
          <a:p>
            <a:pPr lvl="1"/>
            <a:r>
              <a:rPr lang="fr-FR" noProof="0" dirty="0"/>
              <a:t>13 min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8547EC-05CE-65AA-C62D-FB695A7E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22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29497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FA69D-2D73-D6D6-ECCF-2EC1A15B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B9CA79-BC79-9CA9-057B-8FC9C2A8B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Formation</a:t>
            </a:r>
          </a:p>
          <a:p>
            <a:endParaRPr lang="fr-FR" noProof="0" dirty="0"/>
          </a:p>
          <a:p>
            <a:r>
              <a:rPr lang="fr-FR" noProof="0" dirty="0"/>
              <a:t>Cours</a:t>
            </a:r>
          </a:p>
          <a:p>
            <a:endParaRPr lang="fr-FR" noProof="0" dirty="0"/>
          </a:p>
          <a:p>
            <a:r>
              <a:rPr lang="fr-FR" noProof="0" dirty="0"/>
              <a:t>Support utilisé</a:t>
            </a:r>
          </a:p>
          <a:p>
            <a:pPr marL="0" indent="0">
              <a:buNone/>
            </a:pPr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A26825-C757-2957-6098-D92C0129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23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38785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D661177-94E1-E513-C079-B256272578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Merci pour votre attention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2658BCEA-2EA0-8BF0-A837-12E19D495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742B32-04E6-FACF-A907-DB5F8873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noProof="0" smtClean="0"/>
              <a:t>24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80549696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0</TotalTime>
  <Words>553</Words>
  <Application>Microsoft Office PowerPoint</Application>
  <PresentationFormat>Grand écran</PresentationFormat>
  <Paragraphs>208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Aptos</vt:lpstr>
      <vt:lpstr>Franklin Gothic Book</vt:lpstr>
      <vt:lpstr>Wingdings</vt:lpstr>
      <vt:lpstr>Cadrage</vt:lpstr>
      <vt:lpstr>Épreuve d’exploitation pédagogique d’une activité pratique relative à l’approche Spécialisée d’un système pluritechnologique</vt:lpstr>
      <vt:lpstr>Sommaire</vt:lpstr>
      <vt:lpstr>Système global</vt:lpstr>
      <vt:lpstr>Potentialités didactiques</vt:lpstr>
      <vt:lpstr>Présentation des manipulations réalisées</vt:lpstr>
      <vt:lpstr>Présentation PowerPoint</vt:lpstr>
      <vt:lpstr>Présentation de la séquence pédagogique</vt:lpstr>
      <vt:lpstr>Contexte de la filière</vt:lpstr>
      <vt:lpstr>Modalités de la séquence</vt:lpstr>
      <vt:lpstr>Prérequis</vt:lpstr>
      <vt:lpstr>Compétences et connaissances visées</vt:lpstr>
      <vt:lpstr>Contextualisation de la séquence</vt:lpstr>
      <vt:lpstr>Emploi du temps </vt:lpstr>
      <vt:lpstr>Emploi du temps </vt:lpstr>
      <vt:lpstr>Emploi du temps </vt:lpstr>
      <vt:lpstr>Emploi du temps </vt:lpstr>
      <vt:lpstr>Prérequis</vt:lpstr>
      <vt:lpstr>Vue synoptique de la séquence</vt:lpstr>
      <vt:lpstr>Cours 1 2h</vt:lpstr>
      <vt:lpstr>Évaluations</vt:lpstr>
      <vt:lpstr>Séance à caractère expérimental</vt:lpstr>
      <vt:lpstr>Séance à caractère expérimental</vt:lpstr>
      <vt:lpstr>Conclusion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Humbert</dc:creator>
  <cp:lastModifiedBy>Hugues Brice</cp:lastModifiedBy>
  <cp:revision>12</cp:revision>
  <dcterms:created xsi:type="dcterms:W3CDTF">2026-06-05T12:34:35Z</dcterms:created>
  <dcterms:modified xsi:type="dcterms:W3CDTF">2026-06-07T13:04:29Z</dcterms:modified>
</cp:coreProperties>
</file>